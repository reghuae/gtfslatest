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5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60"/>
  </p:notesMasterIdLst>
  <p:sldIdLst>
    <p:sldId id="2146847436" r:id="rId6"/>
    <p:sldId id="2146847476" r:id="rId7"/>
    <p:sldId id="2146847548" r:id="rId9"/>
    <p:sldId id="2146847481" r:id="rId10"/>
    <p:sldId id="2146847482" r:id="rId11"/>
    <p:sldId id="2146847557" r:id="rId66"/>
    <p:sldId id="2146847489" r:id="rId17"/>
    <p:sldId id="2146847529" r:id="rId23"/>
    <p:sldId id="2146847556" r:id="rId25"/>
    <p:sldId id="2146847496" r:id="rId39"/>
    <p:sldId id="2146847545" r:id="rId57"/>
  </p:sldIdLst>
  <p:sldSz cx="10160000" cy="5715000"/>
  <p:notesSz cx="6858000" cy="9144000"/>
  <p:custDataLst>
    <p:tags r:id="rId6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orient="horz" pos="1560" userDrawn="1">
          <p15:clr>
            <a:srgbClr val="A4A3A4"/>
          </p15:clr>
        </p15:guide>
        <p15:guide id="3" orient="horz" pos="1344" userDrawn="1">
          <p15:clr>
            <a:srgbClr val="A4A3A4"/>
          </p15:clr>
        </p15:guide>
        <p15:guide id="4" orient="horz" pos="360" userDrawn="1">
          <p15:clr>
            <a:srgbClr val="A4A3A4"/>
          </p15:clr>
        </p15:guide>
        <p15:guide id="5" orient="horz" pos="2952" userDrawn="1">
          <p15:clr>
            <a:srgbClr val="A4A3A4"/>
          </p15:clr>
        </p15:guide>
        <p15:guide id="6" orient="horz" pos="3336" userDrawn="1">
          <p15:clr>
            <a:srgbClr val="A4A3A4"/>
          </p15:clr>
        </p15:guide>
        <p15:guide id="7" orient="horz" pos="452" userDrawn="1">
          <p15:clr>
            <a:srgbClr val="A4A3A4"/>
          </p15:clr>
        </p15:guide>
        <p15:guide id="8" orient="horz" pos="3000" userDrawn="1">
          <p15:clr>
            <a:srgbClr val="A4A3A4"/>
          </p15:clr>
        </p15:guide>
        <p15:guide id="9" orient="horz" pos="2025" userDrawn="1">
          <p15:clr>
            <a:srgbClr val="A4A3A4"/>
          </p15:clr>
        </p15:guide>
        <p15:guide id="10" orient="horz" pos="2256" userDrawn="1">
          <p15:clr>
            <a:srgbClr val="A4A3A4"/>
          </p15:clr>
        </p15:guide>
        <p15:guide id="11" orient="horz" pos="2474" userDrawn="1">
          <p15:clr>
            <a:srgbClr val="A4A3A4"/>
          </p15:clr>
        </p15:guide>
        <p15:guide id="12" orient="horz" pos="2701" userDrawn="1">
          <p15:clr>
            <a:srgbClr val="A4A3A4"/>
          </p15:clr>
        </p15:guide>
        <p15:guide id="13" orient="horz" pos="2924" userDrawn="1">
          <p15:clr>
            <a:srgbClr val="A4A3A4"/>
          </p15:clr>
        </p15:guide>
        <p15:guide id="14" orient="horz" pos="3149" userDrawn="1">
          <p15:clr>
            <a:srgbClr val="A4A3A4"/>
          </p15:clr>
        </p15:guide>
        <p15:guide id="15" orient="horz" pos="3374" userDrawn="1">
          <p15:clr>
            <a:srgbClr val="A4A3A4"/>
          </p15:clr>
        </p15:guide>
        <p15:guide id="16" pos="3200" userDrawn="1">
          <p15:clr>
            <a:srgbClr val="A4A3A4"/>
          </p15:clr>
        </p15:guide>
        <p15:guide id="17" pos="2773" userDrawn="1">
          <p15:clr>
            <a:srgbClr val="A4A3A4"/>
          </p15:clr>
        </p15:guide>
        <p15:guide id="18" pos="2404" userDrawn="1">
          <p15:clr>
            <a:srgbClr val="A4A3A4"/>
          </p15:clr>
        </p15:guide>
        <p15:guide id="19" pos="2160" userDrawn="1">
          <p15:clr>
            <a:srgbClr val="A4A3A4"/>
          </p15:clr>
        </p15:guide>
        <p15:guide id="20" pos="1608" userDrawn="1">
          <p15:clr>
            <a:srgbClr val="A4A3A4"/>
          </p15:clr>
        </p15:guide>
        <p15:guide id="21" pos="1227" userDrawn="1">
          <p15:clr>
            <a:srgbClr val="A4A3A4"/>
          </p15:clr>
        </p15:guide>
        <p15:guide id="22" pos="827" userDrawn="1">
          <p15:clr>
            <a:srgbClr val="A4A3A4"/>
          </p15:clr>
        </p15:guide>
        <p15:guide id="23" pos="5600" userDrawn="1">
          <p15:clr>
            <a:srgbClr val="A4A3A4"/>
          </p15:clr>
        </p15:guide>
        <p15:guide id="24" pos="3598" userDrawn="1">
          <p15:clr>
            <a:srgbClr val="A4A3A4"/>
          </p15:clr>
        </p15:guide>
        <p15:guide id="25" pos="3997" userDrawn="1">
          <p15:clr>
            <a:srgbClr val="A4A3A4"/>
          </p15:clr>
        </p15:guide>
        <p15:guide id="26" pos="4393" userDrawn="1">
          <p15:clr>
            <a:srgbClr val="A4A3A4"/>
          </p15:clr>
        </p15:guide>
        <p15:guide id="27" pos="4793" userDrawn="1">
          <p15:clr>
            <a:srgbClr val="A4A3A4"/>
          </p15:clr>
        </p15:guide>
        <p15:guide id="28" pos="5191" userDrawn="1">
          <p15:clr>
            <a:srgbClr val="A4A3A4"/>
          </p15:clr>
        </p15:guide>
        <p15:guide id="29" pos="5588" userDrawn="1">
          <p15:clr>
            <a:srgbClr val="A4A3A4"/>
          </p15:clr>
        </p15:guide>
        <p15:guide id="30" pos="59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1C8F"/>
    <a:srgbClr val="242B23"/>
    <a:srgbClr val="EE0032"/>
    <a:srgbClr val="000099"/>
    <a:srgbClr val="F89CAF"/>
    <a:srgbClr val="FFE8AD"/>
    <a:srgbClr val="ADE6E8"/>
    <a:srgbClr val="252C24"/>
    <a:srgbClr val="777881"/>
    <a:srgbClr val="A09F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06" autoAdjust="0"/>
    <p:restoredTop sz="93557" autoAdjust="0"/>
  </p:normalViewPr>
  <p:slideViewPr>
    <p:cSldViewPr snapToGrid="0" snapToObjects="1" showGuides="1">
      <p:cViewPr varScale="1">
        <p:scale>
          <a:sx n="73" d="100"/>
          <a:sy n="73" d="100"/>
        </p:scale>
        <p:origin x="952" y="48"/>
      </p:cViewPr>
      <p:guideLst>
        <p:guide orient="horz" pos="1800"/>
        <p:guide orient="horz" pos="1560"/>
        <p:guide orient="horz" pos="1344"/>
        <p:guide orient="horz" pos="360"/>
        <p:guide orient="horz" pos="2952"/>
        <p:guide orient="horz" pos="3336"/>
        <p:guide orient="horz" pos="452"/>
        <p:guide orient="horz" pos="3000"/>
        <p:guide orient="horz" pos="2025"/>
        <p:guide orient="horz" pos="2256"/>
        <p:guide orient="horz" pos="2474"/>
        <p:guide orient="horz" pos="2701"/>
        <p:guide orient="horz" pos="2924"/>
        <p:guide orient="horz" pos="3149"/>
        <p:guide orient="horz" pos="3374"/>
        <p:guide pos="3200"/>
        <p:guide pos="2773"/>
        <p:guide pos="2404"/>
        <p:guide pos="2160"/>
        <p:guide pos="1608"/>
        <p:guide pos="1227"/>
        <p:guide pos="827"/>
        <p:guide pos="5600"/>
        <p:guide pos="3598"/>
        <p:guide pos="3997"/>
        <p:guide pos="4393"/>
        <p:guide pos="4793"/>
        <p:guide pos="5191"/>
        <p:guide pos="5588"/>
        <p:guide pos="5973"/>
      </p:guideLst>
    </p:cSldViewPr>
  </p:slideViewPr>
  <p:notesTextViewPr>
    <p:cViewPr>
      <p:scale>
        <a:sx n="400" d="100"/>
        <a:sy n="4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?><Relationships xmlns="http://schemas.openxmlformats.org/package/2006/relationships"><Relationship Id="rId63" Type="http://schemas.openxmlformats.org/officeDocument/2006/relationships/viewProps" Target="view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61" Type="http://schemas.openxmlformats.org/officeDocument/2006/relationships/tags" Target="tags/tag1.xml"/><Relationship Id="rId64" Type="http://schemas.openxmlformats.org/officeDocument/2006/relationships/theme" Target="theme/theme1.xml"/><Relationship Id="rId3" Type="http://schemas.openxmlformats.org/officeDocument/2006/relationships/customXml" Target="../customXml/item3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62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23" Type="http://schemas.openxmlformats.org/officeDocument/2006/relationships/slide" Target="slides/slide18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39" Type="http://schemas.openxmlformats.org/officeDocument/2006/relationships/slide" Target="slides/slide34.xml"/>  <Relationship Id="rId66" Type="http://schemas.openxmlformats.org/officeDocument/2006/relationships/slide" Target="slides/slide55.xml"/>
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D8DB54-6F9D-4551-9011-EC23782FA31D}" type="doc">
      <dgm:prSet loTypeId="urn:microsoft.com/office/officeart/2005/8/layout/chevron1" loCatId="process" qsTypeId="urn:microsoft.com/office/officeart/2005/8/quickstyle/simple1" qsCatId="simple" csTypeId="urn:microsoft.com/office/officeart/2005/8/colors/accent1_4" csCatId="accent1" phldr="1"/>
      <dgm:spPr/>
    </dgm:pt>
    <dgm:pt modelId="{BAE7BFE3-B794-43B6-9797-046F6FB95C1A}">
      <dgm:prSet phldrT="[Text]" custT="1"/>
      <dgm:spPr/>
      <dgm:t>
        <a:bodyPr/>
        <a:lstStyle/>
        <a:p>
          <a:r>
            <a:rPr lang="en-US" sz="2800" dirty="0">
              <a:latin typeface="Dubai" panose="020B0503030403030204" pitchFamily="34" charset="-78"/>
              <a:cs typeface="Dubai" panose="020B0503030403030204" pitchFamily="34" charset="-78"/>
            </a:rPr>
            <a:t>01</a:t>
          </a:r>
          <a:endParaRPr lang="en-AE" sz="2800" dirty="0">
            <a:latin typeface="Dubai" panose="020B0503030403030204" pitchFamily="34" charset="-78"/>
            <a:cs typeface="Dubai" panose="020B0503030403030204" pitchFamily="34" charset="-78"/>
          </a:endParaRPr>
        </a:p>
      </dgm:t>
    </dgm:pt>
    <dgm:pt modelId="{C5EFB4F1-DED9-4E0E-A1E5-B4162A0573E2}" type="parTrans" cxnId="{8AFD5DCA-C01B-44B6-882C-CC2D8647CBB1}">
      <dgm:prSet/>
      <dgm:spPr/>
      <dgm:t>
        <a:bodyPr/>
        <a:lstStyle/>
        <a:p>
          <a:endParaRPr lang="en-AE" sz="2800">
            <a:latin typeface="Dubai" panose="020B0503030403030204" pitchFamily="34" charset="-78"/>
            <a:cs typeface="Dubai" panose="020B0503030403030204" pitchFamily="34" charset="-78"/>
          </a:endParaRPr>
        </a:p>
      </dgm:t>
    </dgm:pt>
    <dgm:pt modelId="{F9E2F15F-E1F2-4845-87EF-BD2BBA402393}" type="sibTrans" cxnId="{8AFD5DCA-C01B-44B6-882C-CC2D8647CBB1}">
      <dgm:prSet/>
      <dgm:spPr/>
      <dgm:t>
        <a:bodyPr/>
        <a:lstStyle/>
        <a:p>
          <a:endParaRPr lang="en-AE" sz="2800">
            <a:latin typeface="Dubai" panose="020B0503030403030204" pitchFamily="34" charset="-78"/>
            <a:cs typeface="Dubai" panose="020B0503030403030204" pitchFamily="34" charset="-78"/>
          </a:endParaRPr>
        </a:p>
      </dgm:t>
    </dgm:pt>
    <dgm:pt modelId="{D9F5A9D3-8EF3-4B72-958C-BBA346D03D1D}">
      <dgm:prSet phldrT="[Text]" custT="1"/>
      <dgm:spPr/>
      <dgm:t>
        <a:bodyPr/>
        <a:lstStyle/>
        <a:p>
          <a:r>
            <a:rPr lang="en-US" sz="2800" dirty="0">
              <a:latin typeface="Dubai" panose="020B0503030403030204" pitchFamily="34" charset="-78"/>
              <a:cs typeface="Dubai" panose="020B0503030403030204" pitchFamily="34" charset="-78"/>
            </a:rPr>
            <a:t>02</a:t>
          </a:r>
          <a:endParaRPr lang="en-AE" sz="2800" dirty="0">
            <a:latin typeface="Dubai" panose="020B0503030403030204" pitchFamily="34" charset="-78"/>
            <a:cs typeface="Dubai" panose="020B0503030403030204" pitchFamily="34" charset="-78"/>
          </a:endParaRPr>
        </a:p>
      </dgm:t>
    </dgm:pt>
    <dgm:pt modelId="{402065EC-F662-4602-8075-BF42FA5B9A07}" type="parTrans" cxnId="{AEFCF1FF-0BB3-4DE1-A600-0EDE7A733543}">
      <dgm:prSet/>
      <dgm:spPr/>
      <dgm:t>
        <a:bodyPr/>
        <a:lstStyle/>
        <a:p>
          <a:endParaRPr lang="en-AE" sz="2800">
            <a:latin typeface="Dubai" panose="020B0503030403030204" pitchFamily="34" charset="-78"/>
            <a:cs typeface="Dubai" panose="020B0503030403030204" pitchFamily="34" charset="-78"/>
          </a:endParaRPr>
        </a:p>
      </dgm:t>
    </dgm:pt>
    <dgm:pt modelId="{0EA8389C-3CCF-4BD7-8752-A1D1EA8F5E81}" type="sibTrans" cxnId="{AEFCF1FF-0BB3-4DE1-A600-0EDE7A733543}">
      <dgm:prSet/>
      <dgm:spPr/>
      <dgm:t>
        <a:bodyPr/>
        <a:lstStyle/>
        <a:p>
          <a:endParaRPr lang="en-AE" sz="2800">
            <a:latin typeface="Dubai" panose="020B0503030403030204" pitchFamily="34" charset="-78"/>
            <a:cs typeface="Dubai" panose="020B0503030403030204" pitchFamily="34" charset="-78"/>
          </a:endParaRPr>
        </a:p>
      </dgm:t>
    </dgm:pt>
    <dgm:pt modelId="{65D71FAA-1C7E-4DF7-949E-E773C0C79B40}">
      <dgm:prSet phldrT="[Text]" custT="1"/>
      <dgm:spPr/>
      <dgm:t>
        <a:bodyPr/>
        <a:lstStyle/>
        <a:p>
          <a:r>
            <a:rPr lang="en-US" sz="2800" dirty="0">
              <a:latin typeface="Dubai" panose="020B0503030403030204" pitchFamily="34" charset="-78"/>
              <a:cs typeface="Dubai" panose="020B0503030403030204" pitchFamily="34" charset="-78"/>
            </a:rPr>
            <a:t>03</a:t>
          </a:r>
          <a:endParaRPr lang="en-AE" sz="2800" dirty="0">
            <a:latin typeface="Dubai" panose="020B0503030403030204" pitchFamily="34" charset="-78"/>
            <a:cs typeface="Dubai" panose="020B0503030403030204" pitchFamily="34" charset="-78"/>
          </a:endParaRPr>
        </a:p>
      </dgm:t>
    </dgm:pt>
    <dgm:pt modelId="{D406DD29-9B63-451A-A525-0581DACAD6CC}" type="parTrans" cxnId="{8B8A9716-24B9-4EA4-A23F-DEB317B70B13}">
      <dgm:prSet/>
      <dgm:spPr/>
      <dgm:t>
        <a:bodyPr/>
        <a:lstStyle/>
        <a:p>
          <a:endParaRPr lang="en-AE" sz="2800">
            <a:latin typeface="Dubai" panose="020B0503030403030204" pitchFamily="34" charset="-78"/>
            <a:cs typeface="Dubai" panose="020B0503030403030204" pitchFamily="34" charset="-78"/>
          </a:endParaRPr>
        </a:p>
      </dgm:t>
    </dgm:pt>
    <dgm:pt modelId="{C0896716-EA0A-4EB7-A8C2-6ACE310DDD9D}" type="sibTrans" cxnId="{8B8A9716-24B9-4EA4-A23F-DEB317B70B13}">
      <dgm:prSet/>
      <dgm:spPr/>
      <dgm:t>
        <a:bodyPr/>
        <a:lstStyle/>
        <a:p>
          <a:endParaRPr lang="en-AE" sz="2800">
            <a:latin typeface="Dubai" panose="020B0503030403030204" pitchFamily="34" charset="-78"/>
            <a:cs typeface="Dubai" panose="020B0503030403030204" pitchFamily="34" charset="-78"/>
          </a:endParaRPr>
        </a:p>
      </dgm:t>
    </dgm:pt>
    <dgm:pt modelId="{28BB810D-4B39-4F88-BCD7-B6A70DF46600}">
      <dgm:prSet custT="1"/>
      <dgm:spPr/>
      <dgm:t>
        <a:bodyPr/>
        <a:lstStyle/>
        <a:p>
          <a:r>
            <a:rPr lang="en-US" sz="2800" dirty="0">
              <a:latin typeface="Dubai" panose="020B0503030403030204" pitchFamily="34" charset="-78"/>
              <a:cs typeface="Dubai" panose="020B0503030403030204" pitchFamily="34" charset="-78"/>
            </a:rPr>
            <a:t>04</a:t>
          </a:r>
          <a:endParaRPr lang="en-AE" sz="2800" dirty="0">
            <a:latin typeface="Dubai" panose="020B0503030403030204" pitchFamily="34" charset="-78"/>
            <a:cs typeface="Dubai" panose="020B0503030403030204" pitchFamily="34" charset="-78"/>
          </a:endParaRPr>
        </a:p>
      </dgm:t>
    </dgm:pt>
    <dgm:pt modelId="{3221BBFC-6A3C-4EBB-B633-B66AB3DC82C6}" type="parTrans" cxnId="{B779F37C-E55D-4941-8F0A-C656FA38C400}">
      <dgm:prSet/>
      <dgm:spPr/>
      <dgm:t>
        <a:bodyPr/>
        <a:lstStyle/>
        <a:p>
          <a:endParaRPr lang="en-AE" sz="2800">
            <a:latin typeface="Dubai" panose="020B0503030403030204" pitchFamily="34" charset="-78"/>
            <a:cs typeface="Dubai" panose="020B0503030403030204" pitchFamily="34" charset="-78"/>
          </a:endParaRPr>
        </a:p>
      </dgm:t>
    </dgm:pt>
    <dgm:pt modelId="{80833F5A-1366-432B-9A7A-96E56D7467BB}" type="sibTrans" cxnId="{B779F37C-E55D-4941-8F0A-C656FA38C400}">
      <dgm:prSet/>
      <dgm:spPr/>
      <dgm:t>
        <a:bodyPr/>
        <a:lstStyle/>
        <a:p>
          <a:endParaRPr lang="en-AE" sz="2800">
            <a:latin typeface="Dubai" panose="020B0503030403030204" pitchFamily="34" charset="-78"/>
            <a:cs typeface="Dubai" panose="020B0503030403030204" pitchFamily="34" charset="-78"/>
          </a:endParaRPr>
        </a:p>
      </dgm:t>
    </dgm:pt>
    <dgm:pt modelId="{BBEB6F94-3D91-4CD7-940E-BD33F9C403A6}">
      <dgm:prSet custT="1"/>
      <dgm:spPr/>
      <dgm:t>
        <a:bodyPr/>
        <a:lstStyle/>
        <a:p>
          <a:r>
            <a:rPr lang="en-US" sz="2800" dirty="0">
              <a:latin typeface="Dubai" panose="020B0503030403030204" pitchFamily="34" charset="-78"/>
              <a:cs typeface="Dubai" panose="020B0503030403030204" pitchFamily="34" charset="-78"/>
            </a:rPr>
            <a:t>06</a:t>
          </a:r>
          <a:endParaRPr lang="en-AE" sz="2800" dirty="0">
            <a:latin typeface="Dubai" panose="020B0503030403030204" pitchFamily="34" charset="-78"/>
            <a:cs typeface="Dubai" panose="020B0503030403030204" pitchFamily="34" charset="-78"/>
          </a:endParaRPr>
        </a:p>
      </dgm:t>
    </dgm:pt>
    <dgm:pt modelId="{7E67B6FE-DA6A-4DAE-82F0-571C216C024B}" type="parTrans" cxnId="{E63A4FE0-F137-4035-83AF-4469F4D6363C}">
      <dgm:prSet/>
      <dgm:spPr/>
      <dgm:t>
        <a:bodyPr/>
        <a:lstStyle/>
        <a:p>
          <a:endParaRPr lang="en-AE" sz="2800">
            <a:latin typeface="Dubai" panose="020B0503030403030204" pitchFamily="34" charset="-78"/>
            <a:cs typeface="Dubai" panose="020B0503030403030204" pitchFamily="34" charset="-78"/>
          </a:endParaRPr>
        </a:p>
      </dgm:t>
    </dgm:pt>
    <dgm:pt modelId="{908B82B9-D1F7-4A0D-8936-5D0A3AB4F72F}" type="sibTrans" cxnId="{E63A4FE0-F137-4035-83AF-4469F4D6363C}">
      <dgm:prSet/>
      <dgm:spPr/>
      <dgm:t>
        <a:bodyPr/>
        <a:lstStyle/>
        <a:p>
          <a:endParaRPr lang="en-AE" sz="2800">
            <a:latin typeface="Dubai" panose="020B0503030403030204" pitchFamily="34" charset="-78"/>
            <a:cs typeface="Dubai" panose="020B0503030403030204" pitchFamily="34" charset="-78"/>
          </a:endParaRPr>
        </a:p>
      </dgm:t>
    </dgm:pt>
    <dgm:pt modelId="{CC1E4F72-165D-40B7-AEE0-E6061B51287D}">
      <dgm:prSet custT="1"/>
      <dgm:spPr/>
      <dgm:t>
        <a:bodyPr/>
        <a:lstStyle/>
        <a:p>
          <a:r>
            <a:rPr lang="en-US" sz="2800" dirty="0">
              <a:latin typeface="Dubai" panose="020B0503030403030204" pitchFamily="34" charset="-78"/>
              <a:cs typeface="Dubai" panose="020B0503030403030204" pitchFamily="34" charset="-78"/>
            </a:rPr>
            <a:t>07</a:t>
          </a:r>
          <a:endParaRPr lang="en-AE" sz="2800" dirty="0">
            <a:latin typeface="Dubai" panose="020B0503030403030204" pitchFamily="34" charset="-78"/>
            <a:cs typeface="Dubai" panose="020B0503030403030204" pitchFamily="34" charset="-78"/>
          </a:endParaRPr>
        </a:p>
      </dgm:t>
    </dgm:pt>
    <dgm:pt modelId="{DFFB4A86-1EA1-481C-A525-EC2B93069051}" type="parTrans" cxnId="{AC6D5A98-782F-4611-B1FC-D1D2FC84D696}">
      <dgm:prSet/>
      <dgm:spPr/>
      <dgm:t>
        <a:bodyPr/>
        <a:lstStyle/>
        <a:p>
          <a:endParaRPr lang="en-AE" sz="2800">
            <a:latin typeface="Dubai" panose="020B0503030403030204" pitchFamily="34" charset="-78"/>
            <a:cs typeface="Dubai" panose="020B0503030403030204" pitchFamily="34" charset="-78"/>
          </a:endParaRPr>
        </a:p>
      </dgm:t>
    </dgm:pt>
    <dgm:pt modelId="{2BB0828C-766E-493E-8C47-B7E037012044}" type="sibTrans" cxnId="{AC6D5A98-782F-4611-B1FC-D1D2FC84D696}">
      <dgm:prSet/>
      <dgm:spPr/>
      <dgm:t>
        <a:bodyPr/>
        <a:lstStyle/>
        <a:p>
          <a:endParaRPr lang="en-AE" sz="2800">
            <a:latin typeface="Dubai" panose="020B0503030403030204" pitchFamily="34" charset="-78"/>
            <a:cs typeface="Dubai" panose="020B0503030403030204" pitchFamily="34" charset="-78"/>
          </a:endParaRPr>
        </a:p>
      </dgm:t>
    </dgm:pt>
    <dgm:pt modelId="{EF5BB510-6E4B-4244-A69D-1153DD9C04EA}">
      <dgm:prSet custT="1"/>
      <dgm:spPr/>
      <dgm:t>
        <a:bodyPr/>
        <a:lstStyle/>
        <a:p>
          <a:r>
            <a:rPr lang="en-US" sz="2800" dirty="0">
              <a:latin typeface="Dubai" panose="020B0503030403030204" pitchFamily="34" charset="-78"/>
              <a:cs typeface="Dubai" panose="020B0503030403030204" pitchFamily="34" charset="-78"/>
            </a:rPr>
            <a:t>08</a:t>
          </a:r>
          <a:endParaRPr lang="en-AE" sz="2800" dirty="0">
            <a:latin typeface="Dubai" panose="020B0503030403030204" pitchFamily="34" charset="-78"/>
            <a:cs typeface="Dubai" panose="020B0503030403030204" pitchFamily="34" charset="-78"/>
          </a:endParaRPr>
        </a:p>
      </dgm:t>
    </dgm:pt>
    <dgm:pt modelId="{84836EC8-E106-440C-881D-5A96A001C47A}" type="parTrans" cxnId="{8C8F5529-987F-407C-9E6F-A9C68CB0CBFB}">
      <dgm:prSet/>
      <dgm:spPr/>
      <dgm:t>
        <a:bodyPr/>
        <a:lstStyle/>
        <a:p>
          <a:endParaRPr lang="en-AE" sz="2800">
            <a:latin typeface="Dubai" panose="020B0503030403030204" pitchFamily="34" charset="-78"/>
            <a:cs typeface="Dubai" panose="020B0503030403030204" pitchFamily="34" charset="-78"/>
          </a:endParaRPr>
        </a:p>
      </dgm:t>
    </dgm:pt>
    <dgm:pt modelId="{1B96439F-C8B6-4DD4-9AC0-EFA827DB0769}" type="sibTrans" cxnId="{8C8F5529-987F-407C-9E6F-A9C68CB0CBFB}">
      <dgm:prSet/>
      <dgm:spPr/>
      <dgm:t>
        <a:bodyPr/>
        <a:lstStyle/>
        <a:p>
          <a:endParaRPr lang="en-AE" sz="2800">
            <a:latin typeface="Dubai" panose="020B0503030403030204" pitchFamily="34" charset="-78"/>
            <a:cs typeface="Dubai" panose="020B0503030403030204" pitchFamily="34" charset="-78"/>
          </a:endParaRPr>
        </a:p>
      </dgm:t>
    </dgm:pt>
    <dgm:pt modelId="{398CEF86-C303-442D-9886-896BC1301CDB}">
      <dgm:prSet custT="1"/>
      <dgm:spPr/>
      <dgm:t>
        <a:bodyPr/>
        <a:lstStyle/>
        <a:p>
          <a:r>
            <a:rPr lang="en-US" sz="2800" dirty="0">
              <a:latin typeface="Dubai" panose="020B0503030403030204" pitchFamily="34" charset="-78"/>
              <a:cs typeface="Dubai" panose="020B0503030403030204" pitchFamily="34" charset="-78"/>
            </a:rPr>
            <a:t>09</a:t>
          </a:r>
          <a:endParaRPr lang="en-AE" sz="2800" dirty="0">
            <a:latin typeface="Dubai" panose="020B0503030403030204" pitchFamily="34" charset="-78"/>
            <a:cs typeface="Dubai" panose="020B0503030403030204" pitchFamily="34" charset="-78"/>
          </a:endParaRPr>
        </a:p>
      </dgm:t>
    </dgm:pt>
    <dgm:pt modelId="{C5DD0E19-2922-4D79-A80B-41C1A182F6BF}" type="parTrans" cxnId="{587484F2-F8D4-4514-B4B5-FCA9DB95D77C}">
      <dgm:prSet/>
      <dgm:spPr/>
      <dgm:t>
        <a:bodyPr/>
        <a:lstStyle/>
        <a:p>
          <a:endParaRPr lang="en-AE" sz="2800">
            <a:latin typeface="Dubai" panose="020B0503030403030204" pitchFamily="34" charset="-78"/>
            <a:cs typeface="Dubai" panose="020B0503030403030204" pitchFamily="34" charset="-78"/>
          </a:endParaRPr>
        </a:p>
      </dgm:t>
    </dgm:pt>
    <dgm:pt modelId="{1C64E7FC-59A2-4241-884F-5C98FC89CD09}" type="sibTrans" cxnId="{587484F2-F8D4-4514-B4B5-FCA9DB95D77C}">
      <dgm:prSet/>
      <dgm:spPr/>
      <dgm:t>
        <a:bodyPr/>
        <a:lstStyle/>
        <a:p>
          <a:endParaRPr lang="en-AE" sz="2800">
            <a:latin typeface="Dubai" panose="020B0503030403030204" pitchFamily="34" charset="-78"/>
            <a:cs typeface="Dubai" panose="020B0503030403030204" pitchFamily="34" charset="-78"/>
          </a:endParaRPr>
        </a:p>
      </dgm:t>
    </dgm:pt>
    <dgm:pt modelId="{4F302AEB-D7AB-480B-8426-19E5FADCBF17}">
      <dgm:prSet custT="1"/>
      <dgm:spPr/>
      <dgm:t>
        <a:bodyPr/>
        <a:lstStyle/>
        <a:p>
          <a:r>
            <a:rPr lang="en-US" sz="2800" dirty="0">
              <a:latin typeface="Dubai" panose="020B0503030403030204" pitchFamily="34" charset="-78"/>
              <a:cs typeface="Dubai" panose="020B0503030403030204" pitchFamily="34" charset="-78"/>
            </a:rPr>
            <a:t>05</a:t>
          </a:r>
          <a:endParaRPr lang="en-AE" sz="2800" dirty="0">
            <a:latin typeface="Dubai" panose="020B0503030403030204" pitchFamily="34" charset="-78"/>
            <a:cs typeface="Dubai" panose="020B0503030403030204" pitchFamily="34" charset="-78"/>
          </a:endParaRPr>
        </a:p>
      </dgm:t>
    </dgm:pt>
    <dgm:pt modelId="{420D7DB4-2F97-4C02-B9D9-DDA651FE171F}" type="parTrans" cxnId="{F32FFD98-D252-4747-9A08-AB98D9E6688E}">
      <dgm:prSet/>
      <dgm:spPr/>
      <dgm:t>
        <a:bodyPr/>
        <a:lstStyle/>
        <a:p>
          <a:endParaRPr lang="en-AE"/>
        </a:p>
      </dgm:t>
    </dgm:pt>
    <dgm:pt modelId="{21D6A8D9-DA60-4FF0-8DF0-58B1355F1A3C}" type="sibTrans" cxnId="{F32FFD98-D252-4747-9A08-AB98D9E6688E}">
      <dgm:prSet/>
      <dgm:spPr/>
      <dgm:t>
        <a:bodyPr/>
        <a:lstStyle/>
        <a:p>
          <a:endParaRPr lang="en-AE"/>
        </a:p>
      </dgm:t>
    </dgm:pt>
    <dgm:pt modelId="{5666B16B-7CBF-4993-A2CD-0D166581A8F3}" type="pres">
      <dgm:prSet presAssocID="{C0D8DB54-6F9D-4551-9011-EC23782FA31D}" presName="Name0" presStyleCnt="0">
        <dgm:presLayoutVars>
          <dgm:dir/>
          <dgm:animLvl val="lvl"/>
          <dgm:resizeHandles val="exact"/>
        </dgm:presLayoutVars>
      </dgm:prSet>
      <dgm:spPr/>
    </dgm:pt>
    <dgm:pt modelId="{2ACDB22F-1733-40BD-91BB-75D465CCD2EE}" type="pres">
      <dgm:prSet presAssocID="{BAE7BFE3-B794-43B6-9797-046F6FB95C1A}" presName="parTxOnly" presStyleLbl="node1" presStyleIdx="0" presStyleCnt="9">
        <dgm:presLayoutVars>
          <dgm:chMax val="0"/>
          <dgm:chPref val="0"/>
          <dgm:bulletEnabled val="1"/>
        </dgm:presLayoutVars>
      </dgm:prSet>
      <dgm:spPr/>
    </dgm:pt>
    <dgm:pt modelId="{AE142950-9FBE-428F-96D1-BB93859ABF40}" type="pres">
      <dgm:prSet presAssocID="{F9E2F15F-E1F2-4845-87EF-BD2BBA402393}" presName="parTxOnlySpace" presStyleCnt="0"/>
      <dgm:spPr/>
    </dgm:pt>
    <dgm:pt modelId="{3ECADFB0-E9A4-49A9-A694-8DDE636CFA10}" type="pres">
      <dgm:prSet presAssocID="{D9F5A9D3-8EF3-4B72-958C-BBA346D03D1D}" presName="parTxOnly" presStyleLbl="node1" presStyleIdx="1" presStyleCnt="9">
        <dgm:presLayoutVars>
          <dgm:chMax val="0"/>
          <dgm:chPref val="0"/>
          <dgm:bulletEnabled val="1"/>
        </dgm:presLayoutVars>
      </dgm:prSet>
      <dgm:spPr/>
    </dgm:pt>
    <dgm:pt modelId="{70872325-05C7-4881-BF5E-733B39E8A23F}" type="pres">
      <dgm:prSet presAssocID="{0EA8389C-3CCF-4BD7-8752-A1D1EA8F5E81}" presName="parTxOnlySpace" presStyleCnt="0"/>
      <dgm:spPr/>
    </dgm:pt>
    <dgm:pt modelId="{4CDD3852-EEBF-41A2-9F42-0A6372ADC927}" type="pres">
      <dgm:prSet presAssocID="{65D71FAA-1C7E-4DF7-949E-E773C0C79B40}" presName="parTxOnly" presStyleLbl="node1" presStyleIdx="2" presStyleCnt="9">
        <dgm:presLayoutVars>
          <dgm:chMax val="0"/>
          <dgm:chPref val="0"/>
          <dgm:bulletEnabled val="1"/>
        </dgm:presLayoutVars>
      </dgm:prSet>
      <dgm:spPr/>
    </dgm:pt>
    <dgm:pt modelId="{32FE2985-B482-4F62-A0C2-01F367C1CE4F}" type="pres">
      <dgm:prSet presAssocID="{C0896716-EA0A-4EB7-A8C2-6ACE310DDD9D}" presName="parTxOnlySpace" presStyleCnt="0"/>
      <dgm:spPr/>
    </dgm:pt>
    <dgm:pt modelId="{086638F5-E0C6-4155-8B7C-23E2C0395931}" type="pres">
      <dgm:prSet presAssocID="{28BB810D-4B39-4F88-BCD7-B6A70DF46600}" presName="parTxOnly" presStyleLbl="node1" presStyleIdx="3" presStyleCnt="9">
        <dgm:presLayoutVars>
          <dgm:chMax val="0"/>
          <dgm:chPref val="0"/>
          <dgm:bulletEnabled val="1"/>
        </dgm:presLayoutVars>
      </dgm:prSet>
      <dgm:spPr/>
    </dgm:pt>
    <dgm:pt modelId="{AA829868-584A-447A-9D08-03048747BBCB}" type="pres">
      <dgm:prSet presAssocID="{80833F5A-1366-432B-9A7A-96E56D7467BB}" presName="parTxOnlySpace" presStyleCnt="0"/>
      <dgm:spPr/>
    </dgm:pt>
    <dgm:pt modelId="{CC648ABD-39A3-4E9C-A84C-9BF5769A3979}" type="pres">
      <dgm:prSet presAssocID="{4F302AEB-D7AB-480B-8426-19E5FADCBF17}" presName="parTxOnly" presStyleLbl="node1" presStyleIdx="4" presStyleCnt="9">
        <dgm:presLayoutVars>
          <dgm:chMax val="0"/>
          <dgm:chPref val="0"/>
          <dgm:bulletEnabled val="1"/>
        </dgm:presLayoutVars>
      </dgm:prSet>
      <dgm:spPr/>
    </dgm:pt>
    <dgm:pt modelId="{92EAD199-74E8-439C-ADFB-39BF4C2C000E}" type="pres">
      <dgm:prSet presAssocID="{21D6A8D9-DA60-4FF0-8DF0-58B1355F1A3C}" presName="parTxOnlySpace" presStyleCnt="0"/>
      <dgm:spPr/>
    </dgm:pt>
    <dgm:pt modelId="{5C09D11B-65F8-4337-ACB1-EDC9202AAB0F}" type="pres">
      <dgm:prSet presAssocID="{BBEB6F94-3D91-4CD7-940E-BD33F9C403A6}" presName="parTxOnly" presStyleLbl="node1" presStyleIdx="5" presStyleCnt="9">
        <dgm:presLayoutVars>
          <dgm:chMax val="0"/>
          <dgm:chPref val="0"/>
          <dgm:bulletEnabled val="1"/>
        </dgm:presLayoutVars>
      </dgm:prSet>
      <dgm:spPr/>
    </dgm:pt>
    <dgm:pt modelId="{10A0FE94-6B8E-4B5F-82F9-5193E1C0486B}" type="pres">
      <dgm:prSet presAssocID="{908B82B9-D1F7-4A0D-8936-5D0A3AB4F72F}" presName="parTxOnlySpace" presStyleCnt="0"/>
      <dgm:spPr/>
    </dgm:pt>
    <dgm:pt modelId="{4D414CCC-C663-4A06-8AC2-7188017D9179}" type="pres">
      <dgm:prSet presAssocID="{CC1E4F72-165D-40B7-AEE0-E6061B51287D}" presName="parTxOnly" presStyleLbl="node1" presStyleIdx="6" presStyleCnt="9">
        <dgm:presLayoutVars>
          <dgm:chMax val="0"/>
          <dgm:chPref val="0"/>
          <dgm:bulletEnabled val="1"/>
        </dgm:presLayoutVars>
      </dgm:prSet>
      <dgm:spPr/>
    </dgm:pt>
    <dgm:pt modelId="{1CD6AF09-94ED-4A2F-8970-0D2161282B75}" type="pres">
      <dgm:prSet presAssocID="{2BB0828C-766E-493E-8C47-B7E037012044}" presName="parTxOnlySpace" presStyleCnt="0"/>
      <dgm:spPr/>
    </dgm:pt>
    <dgm:pt modelId="{DE905D4F-C71A-4960-9C80-46015EF7B303}" type="pres">
      <dgm:prSet presAssocID="{EF5BB510-6E4B-4244-A69D-1153DD9C04EA}" presName="parTxOnly" presStyleLbl="node1" presStyleIdx="7" presStyleCnt="9">
        <dgm:presLayoutVars>
          <dgm:chMax val="0"/>
          <dgm:chPref val="0"/>
          <dgm:bulletEnabled val="1"/>
        </dgm:presLayoutVars>
      </dgm:prSet>
      <dgm:spPr/>
    </dgm:pt>
    <dgm:pt modelId="{D7A94168-B84B-48CD-8AD9-2F16AD507CBA}" type="pres">
      <dgm:prSet presAssocID="{1B96439F-C8B6-4DD4-9AC0-EFA827DB0769}" presName="parTxOnlySpace" presStyleCnt="0"/>
      <dgm:spPr/>
    </dgm:pt>
    <dgm:pt modelId="{F679E696-062A-4310-925C-3690DB128278}" type="pres">
      <dgm:prSet presAssocID="{398CEF86-C303-442D-9886-896BC1301CDB}" presName="parTxOnly" presStyleLbl="node1" presStyleIdx="8" presStyleCnt="9">
        <dgm:presLayoutVars>
          <dgm:chMax val="0"/>
          <dgm:chPref val="0"/>
          <dgm:bulletEnabled val="1"/>
        </dgm:presLayoutVars>
      </dgm:prSet>
      <dgm:spPr/>
    </dgm:pt>
  </dgm:ptLst>
  <dgm:cxnLst>
    <dgm:cxn modelId="{8B8A9716-24B9-4EA4-A23F-DEB317B70B13}" srcId="{C0D8DB54-6F9D-4551-9011-EC23782FA31D}" destId="{65D71FAA-1C7E-4DF7-949E-E773C0C79B40}" srcOrd="2" destOrd="0" parTransId="{D406DD29-9B63-451A-A525-0581DACAD6CC}" sibTransId="{C0896716-EA0A-4EB7-A8C2-6ACE310DDD9D}"/>
    <dgm:cxn modelId="{8C8F5529-987F-407C-9E6F-A9C68CB0CBFB}" srcId="{C0D8DB54-6F9D-4551-9011-EC23782FA31D}" destId="{EF5BB510-6E4B-4244-A69D-1153DD9C04EA}" srcOrd="7" destOrd="0" parTransId="{84836EC8-E106-440C-881D-5A96A001C47A}" sibTransId="{1B96439F-C8B6-4DD4-9AC0-EFA827DB0769}"/>
    <dgm:cxn modelId="{164E1042-36AF-4CC0-BA5F-395DE1F9C798}" type="presOf" srcId="{BAE7BFE3-B794-43B6-9797-046F6FB95C1A}" destId="{2ACDB22F-1733-40BD-91BB-75D465CCD2EE}" srcOrd="0" destOrd="0" presId="urn:microsoft.com/office/officeart/2005/8/layout/chevron1"/>
    <dgm:cxn modelId="{958DD048-89E3-4313-957E-6A8692A8AE41}" type="presOf" srcId="{28BB810D-4B39-4F88-BCD7-B6A70DF46600}" destId="{086638F5-E0C6-4155-8B7C-23E2C0395931}" srcOrd="0" destOrd="0" presId="urn:microsoft.com/office/officeart/2005/8/layout/chevron1"/>
    <dgm:cxn modelId="{38ED1E7C-5493-45B9-86F0-7343A1E34F6C}" type="presOf" srcId="{C0D8DB54-6F9D-4551-9011-EC23782FA31D}" destId="{5666B16B-7CBF-4993-A2CD-0D166581A8F3}" srcOrd="0" destOrd="0" presId="urn:microsoft.com/office/officeart/2005/8/layout/chevron1"/>
    <dgm:cxn modelId="{B779F37C-E55D-4941-8F0A-C656FA38C400}" srcId="{C0D8DB54-6F9D-4551-9011-EC23782FA31D}" destId="{28BB810D-4B39-4F88-BCD7-B6A70DF46600}" srcOrd="3" destOrd="0" parTransId="{3221BBFC-6A3C-4EBB-B633-B66AB3DC82C6}" sibTransId="{80833F5A-1366-432B-9A7A-96E56D7467BB}"/>
    <dgm:cxn modelId="{F5AF4D7D-C26E-4349-BF1F-BFE25BA52293}" type="presOf" srcId="{CC1E4F72-165D-40B7-AEE0-E6061B51287D}" destId="{4D414CCC-C663-4A06-8AC2-7188017D9179}" srcOrd="0" destOrd="0" presId="urn:microsoft.com/office/officeart/2005/8/layout/chevron1"/>
    <dgm:cxn modelId="{2616DF81-BF27-4866-984D-3C1E1ECE65AE}" type="presOf" srcId="{4F302AEB-D7AB-480B-8426-19E5FADCBF17}" destId="{CC648ABD-39A3-4E9C-A84C-9BF5769A3979}" srcOrd="0" destOrd="0" presId="urn:microsoft.com/office/officeart/2005/8/layout/chevron1"/>
    <dgm:cxn modelId="{05E01589-9EBC-4059-8129-93A7C2969791}" type="presOf" srcId="{BBEB6F94-3D91-4CD7-940E-BD33F9C403A6}" destId="{5C09D11B-65F8-4337-ACB1-EDC9202AAB0F}" srcOrd="0" destOrd="0" presId="urn:microsoft.com/office/officeart/2005/8/layout/chevron1"/>
    <dgm:cxn modelId="{CCD15689-9416-4A72-A102-30054424C8B5}" type="presOf" srcId="{D9F5A9D3-8EF3-4B72-958C-BBA346D03D1D}" destId="{3ECADFB0-E9A4-49A9-A694-8DDE636CFA10}" srcOrd="0" destOrd="0" presId="urn:microsoft.com/office/officeart/2005/8/layout/chevron1"/>
    <dgm:cxn modelId="{AC6D5A98-782F-4611-B1FC-D1D2FC84D696}" srcId="{C0D8DB54-6F9D-4551-9011-EC23782FA31D}" destId="{CC1E4F72-165D-40B7-AEE0-E6061B51287D}" srcOrd="6" destOrd="0" parTransId="{DFFB4A86-1EA1-481C-A525-EC2B93069051}" sibTransId="{2BB0828C-766E-493E-8C47-B7E037012044}"/>
    <dgm:cxn modelId="{F32FFD98-D252-4747-9A08-AB98D9E6688E}" srcId="{C0D8DB54-6F9D-4551-9011-EC23782FA31D}" destId="{4F302AEB-D7AB-480B-8426-19E5FADCBF17}" srcOrd="4" destOrd="0" parTransId="{420D7DB4-2F97-4C02-B9D9-DDA651FE171F}" sibTransId="{21D6A8D9-DA60-4FF0-8DF0-58B1355F1A3C}"/>
    <dgm:cxn modelId="{934B96A5-089B-45E2-A957-7628F2ADEB7D}" type="presOf" srcId="{EF5BB510-6E4B-4244-A69D-1153DD9C04EA}" destId="{DE905D4F-C71A-4960-9C80-46015EF7B303}" srcOrd="0" destOrd="0" presId="urn:microsoft.com/office/officeart/2005/8/layout/chevron1"/>
    <dgm:cxn modelId="{E39D1BB2-CBBA-4B3C-970D-D7DB7336BFD6}" type="presOf" srcId="{65D71FAA-1C7E-4DF7-949E-E773C0C79B40}" destId="{4CDD3852-EEBF-41A2-9F42-0A6372ADC927}" srcOrd="0" destOrd="0" presId="urn:microsoft.com/office/officeart/2005/8/layout/chevron1"/>
    <dgm:cxn modelId="{ED880CC9-D1E8-4705-AE20-B8DE82CD53CD}" type="presOf" srcId="{398CEF86-C303-442D-9886-896BC1301CDB}" destId="{F679E696-062A-4310-925C-3690DB128278}" srcOrd="0" destOrd="0" presId="urn:microsoft.com/office/officeart/2005/8/layout/chevron1"/>
    <dgm:cxn modelId="{8AFD5DCA-C01B-44B6-882C-CC2D8647CBB1}" srcId="{C0D8DB54-6F9D-4551-9011-EC23782FA31D}" destId="{BAE7BFE3-B794-43B6-9797-046F6FB95C1A}" srcOrd="0" destOrd="0" parTransId="{C5EFB4F1-DED9-4E0E-A1E5-B4162A0573E2}" sibTransId="{F9E2F15F-E1F2-4845-87EF-BD2BBA402393}"/>
    <dgm:cxn modelId="{E63A4FE0-F137-4035-83AF-4469F4D6363C}" srcId="{C0D8DB54-6F9D-4551-9011-EC23782FA31D}" destId="{BBEB6F94-3D91-4CD7-940E-BD33F9C403A6}" srcOrd="5" destOrd="0" parTransId="{7E67B6FE-DA6A-4DAE-82F0-571C216C024B}" sibTransId="{908B82B9-D1F7-4A0D-8936-5D0A3AB4F72F}"/>
    <dgm:cxn modelId="{587484F2-F8D4-4514-B4B5-FCA9DB95D77C}" srcId="{C0D8DB54-6F9D-4551-9011-EC23782FA31D}" destId="{398CEF86-C303-442D-9886-896BC1301CDB}" srcOrd="8" destOrd="0" parTransId="{C5DD0E19-2922-4D79-A80B-41C1A182F6BF}" sibTransId="{1C64E7FC-59A2-4241-884F-5C98FC89CD09}"/>
    <dgm:cxn modelId="{AEFCF1FF-0BB3-4DE1-A600-0EDE7A733543}" srcId="{C0D8DB54-6F9D-4551-9011-EC23782FA31D}" destId="{D9F5A9D3-8EF3-4B72-958C-BBA346D03D1D}" srcOrd="1" destOrd="0" parTransId="{402065EC-F662-4602-8075-BF42FA5B9A07}" sibTransId="{0EA8389C-3CCF-4BD7-8752-A1D1EA8F5E81}"/>
    <dgm:cxn modelId="{2058CC4D-FB88-46E2-9293-168F98405010}" type="presParOf" srcId="{5666B16B-7CBF-4993-A2CD-0D166581A8F3}" destId="{2ACDB22F-1733-40BD-91BB-75D465CCD2EE}" srcOrd="0" destOrd="0" presId="urn:microsoft.com/office/officeart/2005/8/layout/chevron1"/>
    <dgm:cxn modelId="{A8343D34-5486-4138-A404-024833041F13}" type="presParOf" srcId="{5666B16B-7CBF-4993-A2CD-0D166581A8F3}" destId="{AE142950-9FBE-428F-96D1-BB93859ABF40}" srcOrd="1" destOrd="0" presId="urn:microsoft.com/office/officeart/2005/8/layout/chevron1"/>
    <dgm:cxn modelId="{B0C990D7-E9E6-4B4B-94FD-35D585847B8B}" type="presParOf" srcId="{5666B16B-7CBF-4993-A2CD-0D166581A8F3}" destId="{3ECADFB0-E9A4-49A9-A694-8DDE636CFA10}" srcOrd="2" destOrd="0" presId="urn:microsoft.com/office/officeart/2005/8/layout/chevron1"/>
    <dgm:cxn modelId="{5B7BD847-13F3-40B5-86A2-F566BE3F5F85}" type="presParOf" srcId="{5666B16B-7CBF-4993-A2CD-0D166581A8F3}" destId="{70872325-05C7-4881-BF5E-733B39E8A23F}" srcOrd="3" destOrd="0" presId="urn:microsoft.com/office/officeart/2005/8/layout/chevron1"/>
    <dgm:cxn modelId="{94F70802-AD9C-41A0-B74E-35D32942CB1D}" type="presParOf" srcId="{5666B16B-7CBF-4993-A2CD-0D166581A8F3}" destId="{4CDD3852-EEBF-41A2-9F42-0A6372ADC927}" srcOrd="4" destOrd="0" presId="urn:microsoft.com/office/officeart/2005/8/layout/chevron1"/>
    <dgm:cxn modelId="{D6119822-C1F3-4996-90E0-94DD6597412D}" type="presParOf" srcId="{5666B16B-7CBF-4993-A2CD-0D166581A8F3}" destId="{32FE2985-B482-4F62-A0C2-01F367C1CE4F}" srcOrd="5" destOrd="0" presId="urn:microsoft.com/office/officeart/2005/8/layout/chevron1"/>
    <dgm:cxn modelId="{D666A857-59F1-4942-90D9-432C552467FE}" type="presParOf" srcId="{5666B16B-7CBF-4993-A2CD-0D166581A8F3}" destId="{086638F5-E0C6-4155-8B7C-23E2C0395931}" srcOrd="6" destOrd="0" presId="urn:microsoft.com/office/officeart/2005/8/layout/chevron1"/>
    <dgm:cxn modelId="{3A5611D2-9E87-4B01-A5F4-57F136039FBF}" type="presParOf" srcId="{5666B16B-7CBF-4993-A2CD-0D166581A8F3}" destId="{AA829868-584A-447A-9D08-03048747BBCB}" srcOrd="7" destOrd="0" presId="urn:microsoft.com/office/officeart/2005/8/layout/chevron1"/>
    <dgm:cxn modelId="{C469CF00-FF08-4539-8D7A-FB11F3EC04A9}" type="presParOf" srcId="{5666B16B-7CBF-4993-A2CD-0D166581A8F3}" destId="{CC648ABD-39A3-4E9C-A84C-9BF5769A3979}" srcOrd="8" destOrd="0" presId="urn:microsoft.com/office/officeart/2005/8/layout/chevron1"/>
    <dgm:cxn modelId="{13579ACE-3D03-4778-A138-05F5781B80AB}" type="presParOf" srcId="{5666B16B-7CBF-4993-A2CD-0D166581A8F3}" destId="{92EAD199-74E8-439C-ADFB-39BF4C2C000E}" srcOrd="9" destOrd="0" presId="urn:microsoft.com/office/officeart/2005/8/layout/chevron1"/>
    <dgm:cxn modelId="{648DAD22-3016-4188-A0A7-AB96CDAA64C2}" type="presParOf" srcId="{5666B16B-7CBF-4993-A2CD-0D166581A8F3}" destId="{5C09D11B-65F8-4337-ACB1-EDC9202AAB0F}" srcOrd="10" destOrd="0" presId="urn:microsoft.com/office/officeart/2005/8/layout/chevron1"/>
    <dgm:cxn modelId="{3A2C68BB-8443-4E8C-BC83-D0DC70E0ED7D}" type="presParOf" srcId="{5666B16B-7CBF-4993-A2CD-0D166581A8F3}" destId="{10A0FE94-6B8E-4B5F-82F9-5193E1C0486B}" srcOrd="11" destOrd="0" presId="urn:microsoft.com/office/officeart/2005/8/layout/chevron1"/>
    <dgm:cxn modelId="{DAC799A9-E6D4-4856-B24A-B8C8BDD15401}" type="presParOf" srcId="{5666B16B-7CBF-4993-A2CD-0D166581A8F3}" destId="{4D414CCC-C663-4A06-8AC2-7188017D9179}" srcOrd="12" destOrd="0" presId="urn:microsoft.com/office/officeart/2005/8/layout/chevron1"/>
    <dgm:cxn modelId="{EE8AB948-B627-4DDD-A092-74E34AF9DF68}" type="presParOf" srcId="{5666B16B-7CBF-4993-A2CD-0D166581A8F3}" destId="{1CD6AF09-94ED-4A2F-8970-0D2161282B75}" srcOrd="13" destOrd="0" presId="urn:microsoft.com/office/officeart/2005/8/layout/chevron1"/>
    <dgm:cxn modelId="{5B8B3B10-4DC3-44D1-A29C-88DA27D936D2}" type="presParOf" srcId="{5666B16B-7CBF-4993-A2CD-0D166581A8F3}" destId="{DE905D4F-C71A-4960-9C80-46015EF7B303}" srcOrd="14" destOrd="0" presId="urn:microsoft.com/office/officeart/2005/8/layout/chevron1"/>
    <dgm:cxn modelId="{6FA4EB32-4908-4E6D-A472-1C072A66ABFE}" type="presParOf" srcId="{5666B16B-7CBF-4993-A2CD-0D166581A8F3}" destId="{D7A94168-B84B-48CD-8AD9-2F16AD507CBA}" srcOrd="15" destOrd="0" presId="urn:microsoft.com/office/officeart/2005/8/layout/chevron1"/>
    <dgm:cxn modelId="{EBFE70B6-4641-430D-91AC-00DB676A0DFD}" type="presParOf" srcId="{5666B16B-7CBF-4993-A2CD-0D166581A8F3}" destId="{F679E696-062A-4310-925C-3690DB128278}" srcOrd="1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CDB22F-1733-40BD-91BB-75D465CCD2EE}">
      <dsp:nvSpPr>
        <dsp:cNvPr id="0" name=""/>
        <dsp:cNvSpPr/>
      </dsp:nvSpPr>
      <dsp:spPr>
        <a:xfrm>
          <a:off x="120" y="1342726"/>
          <a:ext cx="1207402" cy="482961"/>
        </a:xfrm>
        <a:prstGeom prst="chevron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Dubai" panose="020B0503030403030204" pitchFamily="34" charset="-78"/>
              <a:cs typeface="Dubai" panose="020B0503030403030204" pitchFamily="34" charset="-78"/>
            </a:rPr>
            <a:t>01</a:t>
          </a:r>
          <a:endParaRPr lang="en-AE" sz="2800" kern="1200" dirty="0">
            <a:latin typeface="Dubai" panose="020B0503030403030204" pitchFamily="34" charset="-78"/>
            <a:cs typeface="Dubai" panose="020B0503030403030204" pitchFamily="34" charset="-78"/>
          </a:endParaRPr>
        </a:p>
      </dsp:txBody>
      <dsp:txXfrm>
        <a:off x="241601" y="1342726"/>
        <a:ext cx="724441" cy="482961"/>
      </dsp:txXfrm>
    </dsp:sp>
    <dsp:sp modelId="{3ECADFB0-E9A4-49A9-A694-8DDE636CFA10}">
      <dsp:nvSpPr>
        <dsp:cNvPr id="0" name=""/>
        <dsp:cNvSpPr/>
      </dsp:nvSpPr>
      <dsp:spPr>
        <a:xfrm>
          <a:off x="1086783" y="1342726"/>
          <a:ext cx="1207402" cy="482961"/>
        </a:xfrm>
        <a:prstGeom prst="chevron">
          <a:avLst/>
        </a:prstGeom>
        <a:solidFill>
          <a:schemeClr val="accent1">
            <a:shade val="50000"/>
            <a:hueOff val="23527"/>
            <a:satOff val="-12842"/>
            <a:lumOff val="1158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Dubai" panose="020B0503030403030204" pitchFamily="34" charset="-78"/>
              <a:cs typeface="Dubai" panose="020B0503030403030204" pitchFamily="34" charset="-78"/>
            </a:rPr>
            <a:t>02</a:t>
          </a:r>
          <a:endParaRPr lang="en-AE" sz="2800" kern="1200" dirty="0">
            <a:latin typeface="Dubai" panose="020B0503030403030204" pitchFamily="34" charset="-78"/>
            <a:cs typeface="Dubai" panose="020B0503030403030204" pitchFamily="34" charset="-78"/>
          </a:endParaRPr>
        </a:p>
      </dsp:txBody>
      <dsp:txXfrm>
        <a:off x="1328264" y="1342726"/>
        <a:ext cx="724441" cy="482961"/>
      </dsp:txXfrm>
    </dsp:sp>
    <dsp:sp modelId="{4CDD3852-EEBF-41A2-9F42-0A6372ADC927}">
      <dsp:nvSpPr>
        <dsp:cNvPr id="0" name=""/>
        <dsp:cNvSpPr/>
      </dsp:nvSpPr>
      <dsp:spPr>
        <a:xfrm>
          <a:off x="2173445" y="1342726"/>
          <a:ext cx="1207402" cy="482961"/>
        </a:xfrm>
        <a:prstGeom prst="chevron">
          <a:avLst/>
        </a:prstGeom>
        <a:solidFill>
          <a:schemeClr val="accent1">
            <a:shade val="50000"/>
            <a:hueOff val="47054"/>
            <a:satOff val="-25685"/>
            <a:lumOff val="2317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Dubai" panose="020B0503030403030204" pitchFamily="34" charset="-78"/>
              <a:cs typeface="Dubai" panose="020B0503030403030204" pitchFamily="34" charset="-78"/>
            </a:rPr>
            <a:t>03</a:t>
          </a:r>
          <a:endParaRPr lang="en-AE" sz="2800" kern="1200" dirty="0">
            <a:latin typeface="Dubai" panose="020B0503030403030204" pitchFamily="34" charset="-78"/>
            <a:cs typeface="Dubai" panose="020B0503030403030204" pitchFamily="34" charset="-78"/>
          </a:endParaRPr>
        </a:p>
      </dsp:txBody>
      <dsp:txXfrm>
        <a:off x="2414926" y="1342726"/>
        <a:ext cx="724441" cy="482961"/>
      </dsp:txXfrm>
    </dsp:sp>
    <dsp:sp modelId="{086638F5-E0C6-4155-8B7C-23E2C0395931}">
      <dsp:nvSpPr>
        <dsp:cNvPr id="0" name=""/>
        <dsp:cNvSpPr/>
      </dsp:nvSpPr>
      <dsp:spPr>
        <a:xfrm>
          <a:off x="3260108" y="1342726"/>
          <a:ext cx="1207402" cy="482961"/>
        </a:xfrm>
        <a:prstGeom prst="chevron">
          <a:avLst/>
        </a:prstGeom>
        <a:solidFill>
          <a:schemeClr val="accent1">
            <a:shade val="50000"/>
            <a:hueOff val="70581"/>
            <a:satOff val="-38527"/>
            <a:lumOff val="3476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Dubai" panose="020B0503030403030204" pitchFamily="34" charset="-78"/>
              <a:cs typeface="Dubai" panose="020B0503030403030204" pitchFamily="34" charset="-78"/>
            </a:rPr>
            <a:t>04</a:t>
          </a:r>
          <a:endParaRPr lang="en-AE" sz="2800" kern="1200" dirty="0">
            <a:latin typeface="Dubai" panose="020B0503030403030204" pitchFamily="34" charset="-78"/>
            <a:cs typeface="Dubai" panose="020B0503030403030204" pitchFamily="34" charset="-78"/>
          </a:endParaRPr>
        </a:p>
      </dsp:txBody>
      <dsp:txXfrm>
        <a:off x="3501589" y="1342726"/>
        <a:ext cx="724441" cy="482961"/>
      </dsp:txXfrm>
    </dsp:sp>
    <dsp:sp modelId="{CC648ABD-39A3-4E9C-A84C-9BF5769A3979}">
      <dsp:nvSpPr>
        <dsp:cNvPr id="0" name=""/>
        <dsp:cNvSpPr/>
      </dsp:nvSpPr>
      <dsp:spPr>
        <a:xfrm>
          <a:off x="4346771" y="1342726"/>
          <a:ext cx="1207402" cy="482961"/>
        </a:xfrm>
        <a:prstGeom prst="chevron">
          <a:avLst/>
        </a:prstGeom>
        <a:solidFill>
          <a:schemeClr val="accent1">
            <a:shade val="50000"/>
            <a:hueOff val="94108"/>
            <a:satOff val="-51370"/>
            <a:lumOff val="463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Dubai" panose="020B0503030403030204" pitchFamily="34" charset="-78"/>
              <a:cs typeface="Dubai" panose="020B0503030403030204" pitchFamily="34" charset="-78"/>
            </a:rPr>
            <a:t>05</a:t>
          </a:r>
          <a:endParaRPr lang="en-AE" sz="2800" kern="1200" dirty="0">
            <a:latin typeface="Dubai" panose="020B0503030403030204" pitchFamily="34" charset="-78"/>
            <a:cs typeface="Dubai" panose="020B0503030403030204" pitchFamily="34" charset="-78"/>
          </a:endParaRPr>
        </a:p>
      </dsp:txBody>
      <dsp:txXfrm>
        <a:off x="4588252" y="1342726"/>
        <a:ext cx="724441" cy="482961"/>
      </dsp:txXfrm>
    </dsp:sp>
    <dsp:sp modelId="{5C09D11B-65F8-4337-ACB1-EDC9202AAB0F}">
      <dsp:nvSpPr>
        <dsp:cNvPr id="0" name=""/>
        <dsp:cNvSpPr/>
      </dsp:nvSpPr>
      <dsp:spPr>
        <a:xfrm>
          <a:off x="5433433" y="1342726"/>
          <a:ext cx="1207402" cy="482961"/>
        </a:xfrm>
        <a:prstGeom prst="chevron">
          <a:avLst/>
        </a:prstGeom>
        <a:solidFill>
          <a:schemeClr val="accent1">
            <a:shade val="50000"/>
            <a:hueOff val="94108"/>
            <a:satOff val="-51370"/>
            <a:lumOff val="463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Dubai" panose="020B0503030403030204" pitchFamily="34" charset="-78"/>
              <a:cs typeface="Dubai" panose="020B0503030403030204" pitchFamily="34" charset="-78"/>
            </a:rPr>
            <a:t>06</a:t>
          </a:r>
          <a:endParaRPr lang="en-AE" sz="2800" kern="1200" dirty="0">
            <a:latin typeface="Dubai" panose="020B0503030403030204" pitchFamily="34" charset="-78"/>
            <a:cs typeface="Dubai" panose="020B0503030403030204" pitchFamily="34" charset="-78"/>
          </a:endParaRPr>
        </a:p>
      </dsp:txBody>
      <dsp:txXfrm>
        <a:off x="5674914" y="1342726"/>
        <a:ext cx="724441" cy="482961"/>
      </dsp:txXfrm>
    </dsp:sp>
    <dsp:sp modelId="{4D414CCC-C663-4A06-8AC2-7188017D9179}">
      <dsp:nvSpPr>
        <dsp:cNvPr id="0" name=""/>
        <dsp:cNvSpPr/>
      </dsp:nvSpPr>
      <dsp:spPr>
        <a:xfrm>
          <a:off x="6520096" y="1342726"/>
          <a:ext cx="1207402" cy="482961"/>
        </a:xfrm>
        <a:prstGeom prst="chevron">
          <a:avLst/>
        </a:prstGeom>
        <a:solidFill>
          <a:schemeClr val="accent1">
            <a:shade val="50000"/>
            <a:hueOff val="70581"/>
            <a:satOff val="-38527"/>
            <a:lumOff val="3476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Dubai" panose="020B0503030403030204" pitchFamily="34" charset="-78"/>
              <a:cs typeface="Dubai" panose="020B0503030403030204" pitchFamily="34" charset="-78"/>
            </a:rPr>
            <a:t>07</a:t>
          </a:r>
          <a:endParaRPr lang="en-AE" sz="2800" kern="1200" dirty="0">
            <a:latin typeface="Dubai" panose="020B0503030403030204" pitchFamily="34" charset="-78"/>
            <a:cs typeface="Dubai" panose="020B0503030403030204" pitchFamily="34" charset="-78"/>
          </a:endParaRPr>
        </a:p>
      </dsp:txBody>
      <dsp:txXfrm>
        <a:off x="6761577" y="1342726"/>
        <a:ext cx="724441" cy="482961"/>
      </dsp:txXfrm>
    </dsp:sp>
    <dsp:sp modelId="{DE905D4F-C71A-4960-9C80-46015EF7B303}">
      <dsp:nvSpPr>
        <dsp:cNvPr id="0" name=""/>
        <dsp:cNvSpPr/>
      </dsp:nvSpPr>
      <dsp:spPr>
        <a:xfrm>
          <a:off x="7606758" y="1342726"/>
          <a:ext cx="1207402" cy="482961"/>
        </a:xfrm>
        <a:prstGeom prst="chevron">
          <a:avLst/>
        </a:prstGeom>
        <a:solidFill>
          <a:schemeClr val="accent1">
            <a:shade val="50000"/>
            <a:hueOff val="47054"/>
            <a:satOff val="-25685"/>
            <a:lumOff val="2317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Dubai" panose="020B0503030403030204" pitchFamily="34" charset="-78"/>
              <a:cs typeface="Dubai" panose="020B0503030403030204" pitchFamily="34" charset="-78"/>
            </a:rPr>
            <a:t>08</a:t>
          </a:r>
          <a:endParaRPr lang="en-AE" sz="2800" kern="1200" dirty="0">
            <a:latin typeface="Dubai" panose="020B0503030403030204" pitchFamily="34" charset="-78"/>
            <a:cs typeface="Dubai" panose="020B0503030403030204" pitchFamily="34" charset="-78"/>
          </a:endParaRPr>
        </a:p>
      </dsp:txBody>
      <dsp:txXfrm>
        <a:off x="7848239" y="1342726"/>
        <a:ext cx="724441" cy="482961"/>
      </dsp:txXfrm>
    </dsp:sp>
    <dsp:sp modelId="{F679E696-062A-4310-925C-3690DB128278}">
      <dsp:nvSpPr>
        <dsp:cNvPr id="0" name=""/>
        <dsp:cNvSpPr/>
      </dsp:nvSpPr>
      <dsp:spPr>
        <a:xfrm>
          <a:off x="8693421" y="1342726"/>
          <a:ext cx="1207402" cy="482961"/>
        </a:xfrm>
        <a:prstGeom prst="chevron">
          <a:avLst/>
        </a:prstGeom>
        <a:solidFill>
          <a:schemeClr val="accent1">
            <a:shade val="50000"/>
            <a:hueOff val="23527"/>
            <a:satOff val="-12842"/>
            <a:lumOff val="1158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Dubai" panose="020B0503030403030204" pitchFamily="34" charset="-78"/>
              <a:cs typeface="Dubai" panose="020B0503030403030204" pitchFamily="34" charset="-78"/>
            </a:rPr>
            <a:t>09</a:t>
          </a:r>
          <a:endParaRPr lang="en-AE" sz="2800" kern="1200" dirty="0">
            <a:latin typeface="Dubai" panose="020B0503030403030204" pitchFamily="34" charset="-78"/>
            <a:cs typeface="Dubai" panose="020B0503030403030204" pitchFamily="34" charset="-78"/>
          </a:endParaRPr>
        </a:p>
      </dsp:txBody>
      <dsp:txXfrm>
        <a:off x="8934902" y="1342726"/>
        <a:ext cx="724441" cy="4829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EF7DCA-CB63-4907-B437-8A9214926CBA}" type="datetimeFigureOut">
              <a:rPr lang="en-GB" smtClean="0"/>
              <a:pPr/>
              <a:t>17/02/2026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52A599-2FD0-48DB-8654-436E3EF531C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1624371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2A599-2FD0-48DB-8654-436E3EF531C6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37786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2A599-2FD0-48DB-8654-436E3EF531C6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34876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369C2-31CE-85BD-DC4D-FB697DF60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AEABD7-A5C8-0C56-219A-68892A9666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90C813-7424-D968-4BD3-BB8D5EF1F9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3FEDC4F-77E2-4C45-591D-6C872C2D020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CB1EE-B3B8-E3F3-D677-9A40D3ACB85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0B761C-B51A-753F-4E1D-1844C50EB9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2A599-2FD0-48DB-8654-436E3EF531C6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3539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6224D-BA2E-D7D9-38C5-CF7EA98D8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7F592D-0C5F-183C-4817-43C5621DB2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FB5C93-4B13-8BD0-A914-9D1763E349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F12B4DA9-DFB3-FEDE-4211-9B8F6CE44C6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BD7D42-3EB4-CD13-B1FC-00FF9EE7543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1BFBB0-316D-5D40-72EE-03EBB432BD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2A599-2FD0-48DB-8654-436E3EF531C6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79255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2A599-2FD0-48DB-8654-436E3EF531C6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84400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F1721-A4FB-CA30-9F71-B25385DDD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300619-BE39-0B8E-EECD-70924C4415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374AD9-E49A-7D3B-D510-68A641952E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A55EED3D-E64D-CFDD-56AA-053C2232FC5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82E1A-31EC-ACF3-F6C3-78B6403822F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150F9-785C-7FC6-E6E3-EE690EA9EB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2A599-2FD0-48DB-8654-436E3EF531C6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24286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2A599-2FD0-48DB-8654-436E3EF531C6}" type="slidenum">
              <a:rPr lang="en-GB" smtClean="0"/>
              <a:pPr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32265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EFA9C-D71C-3428-0B91-B4B9EF100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80377E-59B4-820A-2CB7-35D51EA971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D216FF-4724-D4B7-1511-9AB0136BD1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9415F3D-AB28-51E1-1E8B-084E3B15F30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452FA-2E6A-9300-45E4-8886F24F2B6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C8B8E-397F-18E1-A08B-3FF769B47D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2A599-2FD0-48DB-8654-436E3EF531C6}" type="slidenum">
              <a:rPr lang="en-GB" smtClean="0"/>
              <a:pPr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840674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43B8D-7F59-3C8E-401C-83EE6670C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63256C-D90B-A2CA-0918-FD204CD5AD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2750A5-E1F1-316C-BF70-F4FBCFC51D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163318A8-40D8-2A59-54D9-3B8CD80EF5BB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8C9D7A-CCFF-9777-834B-DD6E3455C07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8D82F-9905-E942-C60D-37FB6A551F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2A599-2FD0-48DB-8654-436E3EF531C6}" type="slidenum">
              <a:rPr lang="en-GB" smtClean="0"/>
              <a:pPr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696887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2A599-2FD0-48DB-8654-436E3EF531C6}" type="slidenum">
              <a:rPr lang="en-GB" smtClean="0"/>
              <a:pPr/>
              <a:t>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879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2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Title Slide_Red BG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54403" y="1076326"/>
            <a:ext cx="8851194" cy="2493963"/>
          </a:xfrm>
        </p:spPr>
        <p:txBody>
          <a:bodyPr tIns="36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GB" sz="7200" b="1" baseline="0" smtClean="0">
                <a:solidFill>
                  <a:schemeClr val="bg1"/>
                </a:solidFill>
                <a:latin typeface="+mj-lt"/>
                <a:cs typeface="RTABeta" pitchFamily="2" charset="-78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– three</a:t>
            </a:r>
            <a:br>
              <a:rPr lang="en-US" dirty="0"/>
            </a:br>
            <a:r>
              <a:rPr lang="en-US" dirty="0"/>
              <a:t>lines for text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4403" y="4281743"/>
            <a:ext cx="8851194" cy="360363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800" b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Presentation subtitle</a:t>
            </a:r>
            <a:endParaRPr lang="en-GB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54403" y="4999039"/>
            <a:ext cx="8851194" cy="357187"/>
          </a:xfrm>
        </p:spPr>
        <p:txBody>
          <a:bodyPr lIns="0" tIns="0" rIns="0" bIns="0" anchor="b">
            <a:noAutofit/>
          </a:bodyPr>
          <a:lstStyle>
            <a:lvl1pPr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4576" y="166876"/>
            <a:ext cx="1095729" cy="356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Title Slide_Turquoise B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4576" y="166876"/>
            <a:ext cx="1095729" cy="3564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654403" y="1076326"/>
            <a:ext cx="8851194" cy="2493963"/>
          </a:xfrm>
        </p:spPr>
        <p:txBody>
          <a:bodyPr tIns="36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GB" sz="7200" b="1" baseline="0" smtClean="0">
                <a:solidFill>
                  <a:schemeClr val="bg1"/>
                </a:solidFill>
                <a:latin typeface="+mj-lt"/>
                <a:cs typeface="RTABeta" pitchFamily="2" charset="-78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– three</a:t>
            </a:r>
            <a:br>
              <a:rPr lang="en-US" dirty="0"/>
            </a:br>
            <a:r>
              <a:rPr lang="en-US" dirty="0"/>
              <a:t>lines for text</a:t>
            </a:r>
            <a:endParaRPr lang="en-GB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4403" y="4281743"/>
            <a:ext cx="8851194" cy="360363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800" b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Presentation subtitle</a:t>
            </a:r>
            <a:endParaRPr lang="en-GB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54403" y="4999039"/>
            <a:ext cx="8851194" cy="357187"/>
          </a:xfrm>
        </p:spPr>
        <p:txBody>
          <a:bodyPr lIns="0" tIns="0" rIns="0" bIns="0" anchor="b">
            <a:noAutofit/>
          </a:bodyPr>
          <a:lstStyle>
            <a:lvl1pPr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Title Slide_Blue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4576" y="166876"/>
            <a:ext cx="1095729" cy="3564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654403" y="1076326"/>
            <a:ext cx="8851194" cy="2493963"/>
          </a:xfrm>
        </p:spPr>
        <p:txBody>
          <a:bodyPr tIns="36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GB" sz="7200" b="1" baseline="0" smtClean="0">
                <a:solidFill>
                  <a:schemeClr val="bg1"/>
                </a:solidFill>
                <a:latin typeface="+mj-lt"/>
                <a:cs typeface="RTABeta" pitchFamily="2" charset="-78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– three</a:t>
            </a:r>
            <a:br>
              <a:rPr lang="en-US" dirty="0"/>
            </a:br>
            <a:r>
              <a:rPr lang="en-US" dirty="0"/>
              <a:t>lines for text</a:t>
            </a:r>
            <a:endParaRPr lang="en-GB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4403" y="4281743"/>
            <a:ext cx="8851194" cy="360363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800" b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Presentation subtitle</a:t>
            </a:r>
            <a:endParaRPr lang="en-GB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54403" y="4999039"/>
            <a:ext cx="8851194" cy="357187"/>
          </a:xfrm>
        </p:spPr>
        <p:txBody>
          <a:bodyPr lIns="0" tIns="0" rIns="0" bIns="0" anchor="b">
            <a:noAutofit/>
          </a:bodyPr>
          <a:lstStyle>
            <a:lvl1pPr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Title Slide_Green B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4576" y="166876"/>
            <a:ext cx="1095729" cy="3564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654403" y="1076326"/>
            <a:ext cx="8851194" cy="2493963"/>
          </a:xfrm>
        </p:spPr>
        <p:txBody>
          <a:bodyPr tIns="36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GB" sz="7200" b="1" baseline="0" smtClean="0">
                <a:solidFill>
                  <a:schemeClr val="bg1"/>
                </a:solidFill>
                <a:latin typeface="+mj-lt"/>
                <a:cs typeface="RTABeta" pitchFamily="2" charset="-78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– three</a:t>
            </a:r>
            <a:br>
              <a:rPr lang="en-US" dirty="0"/>
            </a:br>
            <a:r>
              <a:rPr lang="en-US" dirty="0"/>
              <a:t>lines for text</a:t>
            </a:r>
            <a:endParaRPr lang="en-GB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4403" y="4281743"/>
            <a:ext cx="8851194" cy="360363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800" b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Presentation subtitle</a:t>
            </a:r>
            <a:endParaRPr lang="en-GB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54403" y="4999039"/>
            <a:ext cx="8851194" cy="357187"/>
          </a:xfrm>
        </p:spPr>
        <p:txBody>
          <a:bodyPr lIns="0" tIns="0" rIns="0" bIns="0" anchor="b">
            <a:noAutofit/>
          </a:bodyPr>
          <a:lstStyle>
            <a:lvl1pPr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Title Slide_Orange BG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4576" y="166876"/>
            <a:ext cx="1095729" cy="3564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654403" y="1076326"/>
            <a:ext cx="8851194" cy="2493963"/>
          </a:xfrm>
        </p:spPr>
        <p:txBody>
          <a:bodyPr tIns="36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GB" sz="7200" b="1" baseline="0" smtClean="0">
                <a:solidFill>
                  <a:schemeClr val="bg1"/>
                </a:solidFill>
                <a:latin typeface="+mj-lt"/>
                <a:cs typeface="RTABeta" pitchFamily="2" charset="-78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– three</a:t>
            </a:r>
            <a:br>
              <a:rPr lang="en-US" dirty="0"/>
            </a:br>
            <a:r>
              <a:rPr lang="en-US" dirty="0"/>
              <a:t>lines for text</a:t>
            </a:r>
            <a:endParaRPr lang="en-GB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4403" y="4281743"/>
            <a:ext cx="8851194" cy="360363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800" b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Presentation subtitle</a:t>
            </a:r>
            <a:endParaRPr lang="en-GB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54403" y="4999039"/>
            <a:ext cx="8851194" cy="357187"/>
          </a:xfrm>
        </p:spPr>
        <p:txBody>
          <a:bodyPr lIns="0" tIns="0" rIns="0" bIns="0" anchor="b">
            <a:noAutofit/>
          </a:bodyPr>
          <a:lstStyle>
            <a:lvl1pPr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_Title Slide_Dark Blu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3513" y="166877"/>
            <a:ext cx="1096791" cy="356745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654403" y="1076326"/>
            <a:ext cx="8851194" cy="2493963"/>
          </a:xfrm>
        </p:spPr>
        <p:txBody>
          <a:bodyPr tIns="36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GB" sz="7200" b="1" baseline="0" smtClean="0">
                <a:solidFill>
                  <a:schemeClr val="accent1"/>
                </a:solidFill>
                <a:latin typeface="+mj-lt"/>
                <a:cs typeface="RTABeta" pitchFamily="2" charset="-78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– three</a:t>
            </a:r>
            <a:br>
              <a:rPr lang="en-US" dirty="0"/>
            </a:br>
            <a:r>
              <a:rPr lang="en-US" dirty="0"/>
              <a:t>lines for text</a:t>
            </a:r>
            <a:endParaRPr lang="en-GB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4403" y="4281743"/>
            <a:ext cx="8851194" cy="360363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800" b="1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Presentation subtitle</a:t>
            </a:r>
            <a:endParaRPr lang="en-GB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54403" y="4999039"/>
            <a:ext cx="8851194" cy="357187"/>
          </a:xfrm>
        </p:spPr>
        <p:txBody>
          <a:bodyPr lIns="0" tIns="0" rIns="0" bIns="0" anchor="b">
            <a:noAutofit/>
          </a:bodyPr>
          <a:lstStyle>
            <a:lvl1pPr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_two line Title Slide_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3214688"/>
            <a:ext cx="5080000" cy="2500312"/>
          </a:xfrm>
          <a:solidFill>
            <a:schemeClr val="accent2"/>
          </a:solidFill>
        </p:spPr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4404" y="1076326"/>
            <a:ext cx="8851194" cy="1781175"/>
          </a:xfrm>
        </p:spPr>
        <p:txBody>
          <a:bodyPr tIns="36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GB" sz="7200" b="1" baseline="0" smtClean="0">
                <a:solidFill>
                  <a:schemeClr val="bg1"/>
                </a:solidFill>
                <a:latin typeface="+mj-lt"/>
                <a:cs typeface="RTABeta" pitchFamily="2" charset="-78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2 lines</a:t>
            </a:r>
            <a:endParaRPr lang="en-GB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4999038"/>
            <a:ext cx="3817056" cy="715962"/>
          </a:xfrm>
          <a:solidFill>
            <a:schemeClr val="bg2"/>
          </a:solidFill>
        </p:spPr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1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6167" y="3570289"/>
            <a:ext cx="3792361" cy="71755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90000"/>
              </a:lnSpc>
              <a:buNone/>
              <a:defRPr sz="2800" b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Presentation subtitle</a:t>
            </a:r>
            <a:endParaRPr lang="en-GB" dirty="0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54404" y="5106927"/>
            <a:ext cx="3162652" cy="249299"/>
          </a:xfrm>
        </p:spPr>
        <p:txBody>
          <a:bodyPr lIns="0" tIns="0" rIns="0" bIns="0" anchor="b">
            <a:noAutofit/>
          </a:bodyPr>
          <a:lstStyle>
            <a:lvl1pPr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4576" y="166876"/>
            <a:ext cx="1095729" cy="356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_two line Title Slide_Re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3214688"/>
            <a:ext cx="5080000" cy="2500312"/>
          </a:xfrm>
          <a:solidFill>
            <a:schemeClr val="accent4"/>
          </a:solidFill>
        </p:spPr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4999038"/>
            <a:ext cx="3817056" cy="715962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r>
              <a:rPr lang="en-GB" dirty="0"/>
              <a:t> 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4576" y="166876"/>
            <a:ext cx="1095729" cy="356400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654404" y="1076326"/>
            <a:ext cx="8851194" cy="1781175"/>
          </a:xfrm>
        </p:spPr>
        <p:txBody>
          <a:bodyPr tIns="36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GB" sz="7200" b="1" baseline="0" smtClean="0">
                <a:solidFill>
                  <a:schemeClr val="bg1"/>
                </a:solidFill>
                <a:latin typeface="+mj-lt"/>
                <a:cs typeface="RTABeta" pitchFamily="2" charset="-78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2 lines</a:t>
            </a:r>
            <a:endParaRPr lang="en-GB" dirty="0"/>
          </a:p>
        </p:txBody>
      </p:sp>
      <p:sp>
        <p:nvSpPr>
          <p:cNvPr id="11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6167" y="3570289"/>
            <a:ext cx="3792361" cy="71755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90000"/>
              </a:lnSpc>
              <a:buNone/>
              <a:defRPr sz="2800" b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Presentation subtitle</a:t>
            </a:r>
            <a:endParaRPr lang="en-GB" dirty="0"/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54404" y="5106927"/>
            <a:ext cx="3162652" cy="249299"/>
          </a:xfrm>
        </p:spPr>
        <p:txBody>
          <a:bodyPr lIns="0" tIns="0" rIns="0" bIns="0" anchor="b">
            <a:noAutofit/>
          </a:bodyPr>
          <a:lstStyle>
            <a:lvl1pPr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_Section devider_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1" y="1076326"/>
            <a:ext cx="6344710" cy="4638675"/>
          </a:xfrm>
          <a:solidFill>
            <a:schemeClr val="accent2"/>
          </a:solidFill>
        </p:spPr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2857500"/>
            <a:ext cx="5080000" cy="2857500"/>
          </a:xfrm>
          <a:solidFill>
            <a:schemeClr val="bg2"/>
          </a:solidFill>
        </p:spPr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1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4404" y="3209924"/>
            <a:ext cx="4425596" cy="1077914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80000"/>
              </a:lnSpc>
              <a:buNone/>
              <a:defRPr sz="3900" b="1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Section header </a:t>
            </a:r>
            <a:br>
              <a:rPr lang="en-US" dirty="0"/>
            </a:br>
            <a:r>
              <a:rPr lang="en-US" dirty="0"/>
              <a:t>with pattern</a:t>
            </a:r>
            <a:endParaRPr lang="en-GB" dirty="0"/>
          </a:p>
        </p:txBody>
      </p:sp>
      <p:sp>
        <p:nvSpPr>
          <p:cNvPr id="10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7552972" y="5356226"/>
            <a:ext cx="2370667" cy="3587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A2DF15-5071-454C-8687-89BB3304C35E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4576" y="166876"/>
            <a:ext cx="1095729" cy="356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ection devider_Re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1" y="1076326"/>
            <a:ext cx="6344710" cy="4638675"/>
          </a:xfrm>
          <a:solidFill>
            <a:schemeClr val="accent4"/>
          </a:solidFill>
        </p:spPr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2857500"/>
            <a:ext cx="5080000" cy="2857500"/>
          </a:xfrm>
          <a:solidFill>
            <a:schemeClr val="accent5"/>
          </a:solidFill>
        </p:spPr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10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7552972" y="5356226"/>
            <a:ext cx="2370667" cy="3587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A2DF15-5071-454C-8687-89BB3304C35E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4576" y="166876"/>
            <a:ext cx="1095729" cy="356400"/>
          </a:xfrm>
          <a:prstGeom prst="rect">
            <a:avLst/>
          </a:prstGeom>
        </p:spPr>
      </p:pic>
      <p:sp>
        <p:nvSpPr>
          <p:cNvPr id="1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4404" y="3209924"/>
            <a:ext cx="4425596" cy="1077914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80000"/>
              </a:lnSpc>
              <a:buNone/>
              <a:defRPr sz="3900" b="1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Section header </a:t>
            </a:r>
            <a:br>
              <a:rPr lang="en-US" dirty="0"/>
            </a:br>
            <a:r>
              <a:rPr lang="en-US" dirty="0"/>
              <a:t>with pattern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ig text slide_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A2DF15-5071-454C-8687-89BB3304C35E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654402" y="1076325"/>
            <a:ext cx="8851196" cy="3922713"/>
          </a:xfrm>
        </p:spPr>
        <p:txBody>
          <a:bodyPr tIns="0">
            <a:noAutofit/>
          </a:bodyPr>
          <a:lstStyle>
            <a:lvl1pPr marL="0" marR="0" indent="0" algn="l" defTabSz="914400" rtl="0" eaLnBrk="1" fontAlgn="auto" latinLnBrk="0" hangingPunct="1">
              <a:lnSpc>
                <a:spcPts val="72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GB" sz="7200" b="1" baseline="0" smtClean="0">
                <a:solidFill>
                  <a:schemeClr val="bg1"/>
                </a:solidFill>
                <a:latin typeface="+mj-lt"/>
                <a:cs typeface="RTABeta" pitchFamily="2" charset="-78"/>
              </a:defRPr>
            </a:lvl1pPr>
          </a:lstStyle>
          <a:p>
            <a:r>
              <a:rPr lang="en-US" dirty="0"/>
              <a:t>Key message slide</a:t>
            </a:r>
            <a:br>
              <a:rPr lang="en-US" dirty="0"/>
            </a:br>
            <a:r>
              <a:rPr lang="en-US" dirty="0"/>
              <a:t>to be used for</a:t>
            </a:r>
            <a:br>
              <a:rPr lang="en-US" dirty="0"/>
            </a:br>
            <a:r>
              <a:rPr lang="en-US" dirty="0"/>
              <a:t>big and bold key statements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4576" y="166876"/>
            <a:ext cx="1095729" cy="356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Big text slide_Re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7552972" y="5356226"/>
            <a:ext cx="2370667" cy="3587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A2DF15-5071-454C-8687-89BB3304C35E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4576" y="166876"/>
            <a:ext cx="1095729" cy="3564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654402" y="1076325"/>
            <a:ext cx="8851196" cy="3922713"/>
          </a:xfrm>
        </p:spPr>
        <p:txBody>
          <a:bodyPr tIns="0">
            <a:noAutofit/>
          </a:bodyPr>
          <a:lstStyle>
            <a:lvl1pPr marL="0" marR="0" indent="0" algn="l" defTabSz="914400" rtl="0" eaLnBrk="1" fontAlgn="auto" latinLnBrk="0" hangingPunct="1">
              <a:lnSpc>
                <a:spcPts val="72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GB" sz="7200" b="1" baseline="0" smtClean="0">
                <a:solidFill>
                  <a:schemeClr val="bg1"/>
                </a:solidFill>
                <a:latin typeface="+mj-lt"/>
                <a:cs typeface="RTABeta" pitchFamily="2" charset="-78"/>
              </a:defRPr>
            </a:lvl1pPr>
          </a:lstStyle>
          <a:p>
            <a:r>
              <a:rPr lang="en-US" dirty="0"/>
              <a:t>Key message slide</a:t>
            </a:r>
            <a:br>
              <a:rPr lang="en-US" dirty="0"/>
            </a:br>
            <a:r>
              <a:rPr lang="en-US" dirty="0"/>
              <a:t>to be used for</a:t>
            </a:r>
            <a:br>
              <a:rPr lang="en-US" dirty="0"/>
            </a:br>
            <a:r>
              <a:rPr lang="en-US" dirty="0"/>
              <a:t>big and bold key statements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and image slid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0160000" cy="5715000"/>
          </a:xfrm>
        </p:spPr>
        <p:txBody>
          <a:bodyPr anchor="ctr">
            <a:normAutofit/>
          </a:bodyPr>
          <a:lstStyle>
            <a:lvl1pPr algn="ctr">
              <a:buNone/>
              <a:defRPr sz="800" baseline="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3175"/>
            <a:ext cx="5080000" cy="2857500"/>
          </a:xfrm>
          <a:solidFill>
            <a:schemeClr val="accent1"/>
          </a:solidFill>
        </p:spPr>
        <p:txBody>
          <a:bodyPr anchor="t">
            <a:normAutofit/>
          </a:bodyPr>
          <a:lstStyle>
            <a:lvl1pPr algn="l">
              <a:buNone/>
              <a:defRPr sz="800" baseline="0"/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FA2DF15-5071-454C-8687-89BB3304C35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656167" y="360363"/>
            <a:ext cx="3792361" cy="1071563"/>
          </a:xfrm>
        </p:spPr>
        <p:txBody>
          <a:bodyPr tIns="12700">
            <a:noAutofit/>
          </a:bodyPr>
          <a:lstStyle>
            <a:lvl1pPr>
              <a:lnSpc>
                <a:spcPct val="80000"/>
              </a:lnSpc>
              <a:defRPr lang="en-GB" sz="2800" dirty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and image slide</a:t>
            </a:r>
            <a:endParaRPr lang="en-GB" dirty="0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418466"/>
            <a:ext cx="2540000" cy="1439035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654404" y="1785938"/>
            <a:ext cx="1885597" cy="498598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3513" y="166877"/>
            <a:ext cx="1096791" cy="3567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and image slide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0160000" cy="5715000"/>
          </a:xfrm>
        </p:spPr>
        <p:txBody>
          <a:bodyPr anchor="ctr">
            <a:normAutofit/>
          </a:bodyPr>
          <a:lstStyle>
            <a:lvl1pPr algn="ctr">
              <a:buNone/>
              <a:defRPr sz="800" baseline="0">
                <a:solidFill>
                  <a:schemeClr val="accent4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2857500"/>
            <a:ext cx="5080000" cy="2857500"/>
          </a:xfrm>
          <a:solidFill>
            <a:schemeClr val="accent4"/>
          </a:solidFill>
        </p:spPr>
        <p:txBody>
          <a:bodyPr anchor="t">
            <a:normAutofit/>
          </a:bodyPr>
          <a:lstStyle>
            <a:lvl1pPr algn="l">
              <a:buNone/>
              <a:defRPr sz="800" baseline="0"/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1FA2DF15-5071-454C-8687-89BB3304C35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656167" y="3214688"/>
            <a:ext cx="3792361" cy="973087"/>
          </a:xfrm>
        </p:spPr>
        <p:txBody>
          <a:bodyPr wrap="square" tIns="12700">
            <a:noAutofit/>
          </a:bodyPr>
          <a:lstStyle>
            <a:lvl1pPr>
              <a:lnSpc>
                <a:spcPct val="80000"/>
              </a:lnSpc>
              <a:defRPr lang="en-GB" dirty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and image slide</a:t>
            </a:r>
            <a:endParaRPr lang="en-GB" dirty="0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4272791"/>
            <a:ext cx="2540000" cy="1439035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654404" y="4640263"/>
            <a:ext cx="1885597" cy="498598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3513" y="166877"/>
            <a:ext cx="1096791" cy="3567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and image slid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0160000" cy="5715000"/>
          </a:xfrm>
        </p:spPr>
        <p:txBody>
          <a:bodyPr anchor="ctr">
            <a:normAutofit/>
          </a:bodyPr>
          <a:lstStyle>
            <a:lvl1pPr algn="ctr">
              <a:buNone/>
              <a:defRPr sz="800" baseline="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2857500"/>
            <a:ext cx="5080000" cy="2857500"/>
          </a:xfrm>
          <a:solidFill>
            <a:schemeClr val="accent1"/>
          </a:solidFill>
        </p:spPr>
        <p:txBody>
          <a:bodyPr anchor="t">
            <a:normAutofit/>
          </a:bodyPr>
          <a:lstStyle>
            <a:lvl1pPr algn="l">
              <a:buNone/>
              <a:defRPr sz="800" baseline="0"/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FA2DF15-5071-454C-8687-89BB3304C35E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3513" y="166877"/>
            <a:ext cx="1096791" cy="356745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656167" y="3214688"/>
            <a:ext cx="3792361" cy="973087"/>
          </a:xfrm>
        </p:spPr>
        <p:txBody>
          <a:bodyPr wrap="square" tIns="12700">
            <a:noAutofit/>
          </a:bodyPr>
          <a:lstStyle>
            <a:lvl1pPr>
              <a:lnSpc>
                <a:spcPct val="80000"/>
              </a:lnSpc>
              <a:defRPr lang="en-GB" dirty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and image slide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and image slide_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0160000" cy="5715000"/>
          </a:xfrm>
        </p:spPr>
        <p:txBody>
          <a:bodyPr anchor="ctr">
            <a:normAutofit/>
          </a:bodyPr>
          <a:lstStyle>
            <a:lvl1pPr algn="ctr">
              <a:buNone/>
              <a:defRPr sz="800" baseline="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2857500"/>
            <a:ext cx="5080000" cy="2857500"/>
          </a:xfrm>
          <a:solidFill>
            <a:schemeClr val="tx2"/>
          </a:solidFill>
        </p:spPr>
        <p:txBody>
          <a:bodyPr anchor="t">
            <a:normAutofit/>
          </a:bodyPr>
          <a:lstStyle>
            <a:lvl1pPr algn="l">
              <a:buNone/>
              <a:defRPr sz="800" baseline="0"/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FA2DF15-5071-454C-8687-89BB3304C35E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3513" y="166877"/>
            <a:ext cx="1096791" cy="356745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656167" y="3214688"/>
            <a:ext cx="3792361" cy="973087"/>
          </a:xfrm>
        </p:spPr>
        <p:txBody>
          <a:bodyPr wrap="square" tIns="12700">
            <a:noAutofit/>
          </a:bodyPr>
          <a:lstStyle>
            <a:lvl1pPr>
              <a:lnSpc>
                <a:spcPct val="80000"/>
              </a:lnSpc>
              <a:defRPr lang="en-GB" dirty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and image slide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wo titles_Turquo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/>
          <p:cNvSpPr>
            <a:spLocks noGrp="1"/>
          </p:cNvSpPr>
          <p:nvPr>
            <p:ph type="pic" sz="quarter" idx="12" hasCustomPrompt="1"/>
          </p:nvPr>
        </p:nvSpPr>
        <p:spPr>
          <a:xfrm>
            <a:off x="5080000" y="0"/>
            <a:ext cx="5080000" cy="5715000"/>
          </a:xfrm>
        </p:spPr>
        <p:txBody>
          <a:bodyPr anchor="ctr">
            <a:normAutofit/>
          </a:bodyPr>
          <a:lstStyle>
            <a:lvl1pPr algn="ctr">
              <a:buNone/>
              <a:defRPr sz="800" baseline="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FA2DF15-5071-454C-8687-89BB3304C35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656167" y="717551"/>
            <a:ext cx="3792361" cy="714375"/>
          </a:xfrm>
        </p:spPr>
        <p:txBody>
          <a:bodyPr tIns="12700">
            <a:noAutofit/>
          </a:bodyPr>
          <a:lstStyle>
            <a:lvl1pPr>
              <a:lnSpc>
                <a:spcPct val="80000"/>
              </a:lnSpc>
              <a:defRPr lang="en-GB" dirty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Title 1</a:t>
            </a:r>
            <a:endParaRPr lang="en-GB" dirty="0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2857500"/>
            <a:ext cx="5080000" cy="2857500"/>
          </a:xfrm>
          <a:solidFill>
            <a:schemeClr val="bg2"/>
          </a:solidFill>
        </p:spPr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6167" y="3571877"/>
            <a:ext cx="3794124" cy="695791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80000"/>
              </a:lnSpc>
              <a:spcAft>
                <a:spcPts val="0"/>
              </a:spcAft>
              <a:buNone/>
              <a:defRPr sz="3900" b="1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Title 2</a:t>
            </a:r>
            <a:endParaRPr lang="en-GB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3513" y="166877"/>
            <a:ext cx="1096791" cy="3567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wo titles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/>
          <p:cNvSpPr>
            <a:spLocks noGrp="1"/>
          </p:cNvSpPr>
          <p:nvPr>
            <p:ph type="pic" sz="quarter" idx="12" hasCustomPrompt="1"/>
          </p:nvPr>
        </p:nvSpPr>
        <p:spPr>
          <a:xfrm>
            <a:off x="5080000" y="0"/>
            <a:ext cx="5080000" cy="5715000"/>
          </a:xfrm>
        </p:spPr>
        <p:txBody>
          <a:bodyPr anchor="ctr">
            <a:normAutofit/>
          </a:bodyPr>
          <a:lstStyle>
            <a:lvl1pPr algn="ctr">
              <a:buNone/>
              <a:defRPr sz="800" baseline="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FA2DF15-5071-454C-8687-89BB3304C35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2857500"/>
            <a:ext cx="5080000" cy="2857500"/>
          </a:xfrm>
          <a:solidFill>
            <a:schemeClr val="accent4"/>
          </a:solidFill>
        </p:spPr>
        <p:txBody>
          <a:bodyPr/>
          <a:lstStyle/>
          <a:p>
            <a:r>
              <a:rPr lang="en-GB" dirty="0"/>
              <a:t> 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3513" y="166877"/>
            <a:ext cx="1096791" cy="356745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656167" y="717551"/>
            <a:ext cx="3792361" cy="714375"/>
          </a:xfrm>
        </p:spPr>
        <p:txBody>
          <a:bodyPr tIns="12700">
            <a:noAutofit/>
          </a:bodyPr>
          <a:lstStyle>
            <a:lvl1pPr>
              <a:lnSpc>
                <a:spcPct val="80000"/>
              </a:lnSpc>
              <a:defRPr lang="en-GB" dirty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Title 1</a:t>
            </a:r>
            <a:endParaRPr lang="en-GB" dirty="0"/>
          </a:p>
        </p:txBody>
      </p:sp>
      <p:sp>
        <p:nvSpPr>
          <p:cNvPr id="1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6167" y="3571877"/>
            <a:ext cx="3794124" cy="695791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80000"/>
              </a:lnSpc>
              <a:spcAft>
                <a:spcPts val="0"/>
              </a:spcAft>
              <a:buNone/>
              <a:defRPr sz="3900" b="1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Title 2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and content slide_Turquo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5080000" y="2857500"/>
            <a:ext cx="5080000" cy="2857501"/>
          </a:xfrm>
        </p:spPr>
        <p:txBody>
          <a:bodyPr anchor="ctr">
            <a:normAutofit/>
          </a:bodyPr>
          <a:lstStyle>
            <a:lvl1pPr algn="ctr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5" hasCustomPrompt="1"/>
          </p:nvPr>
        </p:nvSpPr>
        <p:spPr>
          <a:xfrm>
            <a:off x="5080000" y="0"/>
            <a:ext cx="5080000" cy="2857501"/>
          </a:xfrm>
          <a:solidFill>
            <a:schemeClr val="bg2"/>
          </a:solidFill>
        </p:spPr>
        <p:txBody>
          <a:bodyPr anchor="ctr">
            <a:normAutofit/>
          </a:bodyPr>
          <a:lstStyle>
            <a:lvl1pPr algn="ctr">
              <a:defRPr sz="80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54404" y="717551"/>
            <a:ext cx="3792361" cy="100309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Title and content slide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FA2DF15-5071-454C-8687-89BB3304C35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711473" y="717550"/>
            <a:ext cx="3792361" cy="1055674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80000"/>
              </a:lnSpc>
              <a:buNone/>
              <a:defRPr sz="2800" b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“A quote can be placed here to relate to the layout”</a:t>
            </a:r>
            <a:endParaRPr lang="en-GB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5711473" y="1949227"/>
            <a:ext cx="3792360" cy="193899"/>
          </a:xfrm>
        </p:spPr>
        <p:txBody>
          <a:bodyPr anchor="t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- Name of the person</a:t>
            </a:r>
            <a:endParaRPr lang="en-GB" dirty="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4576" y="166876"/>
            <a:ext cx="1095729" cy="356400"/>
          </a:xfrm>
          <a:prstGeom prst="rect">
            <a:avLst/>
          </a:prstGeom>
        </p:spPr>
      </p:pic>
      <p:sp>
        <p:nvSpPr>
          <p:cNvPr id="14" name="Content Placeholder 10"/>
          <p:cNvSpPr>
            <a:spLocks noGrp="1"/>
          </p:cNvSpPr>
          <p:nvPr>
            <p:ph sz="quarter" idx="14" hasCustomPrompt="1"/>
          </p:nvPr>
        </p:nvSpPr>
        <p:spPr>
          <a:xfrm>
            <a:off x="654404" y="1789113"/>
            <a:ext cx="3792361" cy="3567112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accent1"/>
                </a:solidFill>
              </a:defRPr>
            </a:lvl1pPr>
            <a:lvl2pPr marL="182563" indent="-182563">
              <a:defRPr sz="1400">
                <a:solidFill>
                  <a:schemeClr val="accent1"/>
                </a:solidFill>
              </a:defRPr>
            </a:lvl2pPr>
            <a:lvl3pPr marL="273050" indent="-180975">
              <a:defRPr sz="1400">
                <a:solidFill>
                  <a:schemeClr val="accent1"/>
                </a:solidFill>
              </a:defRPr>
            </a:lvl3pPr>
            <a:lvl4pPr marL="357188" indent="-180975">
              <a:defRPr sz="1400">
                <a:solidFill>
                  <a:schemeClr val="accent1"/>
                </a:solidFill>
              </a:defRPr>
            </a:lvl4pPr>
            <a:lvl5pPr marL="446088" indent="-176213"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and content slide_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5080000" y="2857500"/>
            <a:ext cx="5080000" cy="2857501"/>
          </a:xfrm>
        </p:spPr>
        <p:txBody>
          <a:bodyPr anchor="ctr">
            <a:normAutofit/>
          </a:bodyPr>
          <a:lstStyle>
            <a:lvl1pPr algn="ctr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5" hasCustomPrompt="1"/>
          </p:nvPr>
        </p:nvSpPr>
        <p:spPr>
          <a:xfrm>
            <a:off x="5080000" y="0"/>
            <a:ext cx="5080000" cy="2857501"/>
          </a:xfrm>
          <a:solidFill>
            <a:schemeClr val="tx2"/>
          </a:solidFill>
        </p:spPr>
        <p:txBody>
          <a:bodyPr anchor="ctr">
            <a:normAutofit/>
          </a:bodyPr>
          <a:lstStyle>
            <a:lvl1pPr algn="ctr">
              <a:defRPr sz="80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54404" y="717551"/>
            <a:ext cx="3792361" cy="1003095"/>
          </a:xfrm>
        </p:spPr>
        <p:txBody>
          <a:bodyPr anchor="t">
            <a:noAutofit/>
          </a:bodyPr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Title and content slide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FA2DF15-5071-454C-8687-89BB3304C35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711473" y="717550"/>
            <a:ext cx="3792361" cy="1055674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80000"/>
              </a:lnSpc>
              <a:buNone/>
              <a:defRPr sz="2800" b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“A quote can be placed here to relate to the layout”</a:t>
            </a:r>
            <a:endParaRPr lang="en-GB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5711473" y="1949227"/>
            <a:ext cx="3792360" cy="193899"/>
          </a:xfrm>
        </p:spPr>
        <p:txBody>
          <a:bodyPr anchor="t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- Name of the person</a:t>
            </a:r>
            <a:endParaRPr lang="en-GB" dirty="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4576" y="166876"/>
            <a:ext cx="1095729" cy="356400"/>
          </a:xfrm>
          <a:prstGeom prst="rect">
            <a:avLst/>
          </a:prstGeom>
        </p:spPr>
      </p:pic>
      <p:sp>
        <p:nvSpPr>
          <p:cNvPr id="14" name="Content Placeholder 10"/>
          <p:cNvSpPr>
            <a:spLocks noGrp="1"/>
          </p:cNvSpPr>
          <p:nvPr>
            <p:ph sz="quarter" idx="14" hasCustomPrompt="1"/>
          </p:nvPr>
        </p:nvSpPr>
        <p:spPr>
          <a:xfrm>
            <a:off x="654404" y="1789113"/>
            <a:ext cx="3792361" cy="3567112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accent1"/>
                </a:solidFill>
              </a:defRPr>
            </a:lvl1pPr>
            <a:lvl2pPr marL="182563" indent="-182563">
              <a:defRPr sz="1400">
                <a:solidFill>
                  <a:schemeClr val="accent1"/>
                </a:solidFill>
              </a:defRPr>
            </a:lvl2pPr>
            <a:lvl3pPr marL="273050" indent="-180975">
              <a:defRPr sz="1400">
                <a:solidFill>
                  <a:schemeClr val="accent1"/>
                </a:solidFill>
              </a:defRPr>
            </a:lvl3pPr>
            <a:lvl4pPr marL="357188" indent="-180975">
              <a:defRPr sz="1400">
                <a:solidFill>
                  <a:schemeClr val="accent1"/>
                </a:solidFill>
              </a:defRPr>
            </a:lvl4pPr>
            <a:lvl5pPr marL="446088" indent="-176213"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Big quotes slide_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1076326"/>
            <a:ext cx="6344709" cy="4638675"/>
          </a:xfrm>
          <a:solidFill>
            <a:schemeClr val="bg2"/>
          </a:solidFill>
        </p:spPr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6" name="Picture Placeholder 17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3570288"/>
            <a:ext cx="3183820" cy="2144712"/>
          </a:xfrm>
          <a:solidFill>
            <a:schemeClr val="bg2">
              <a:lumMod val="75000"/>
            </a:schemeClr>
          </a:solidFill>
        </p:spPr>
        <p:txBody>
          <a:bodyPr anchor="t">
            <a:normAutofit/>
          </a:bodyPr>
          <a:lstStyle>
            <a:lvl1pPr algn="l">
              <a:buNone/>
              <a:defRPr sz="800" baseline="0"/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A2DF15-5071-454C-8687-89BB3304C35E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53522" y="1430336"/>
            <a:ext cx="5057951" cy="1933350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“A quote can be placed here to relate to the layout”</a:t>
            </a:r>
            <a:endParaRPr lang="en-GB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4576" y="166876"/>
            <a:ext cx="1095729" cy="356400"/>
          </a:xfrm>
          <a:prstGeom prst="rect">
            <a:avLst/>
          </a:prstGeom>
        </p:spPr>
      </p:pic>
      <p:sp>
        <p:nvSpPr>
          <p:cNvPr id="10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653523" y="3739928"/>
            <a:ext cx="2312099" cy="1357235"/>
          </a:xfrm>
        </p:spPr>
        <p:txBody>
          <a:bodyPr anchor="t" anchorCtr="0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- Name of the person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Big quotes slide_Re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1076326"/>
            <a:ext cx="6344709" cy="4638675"/>
          </a:xfrm>
          <a:solidFill>
            <a:schemeClr val="accent4"/>
          </a:solidFill>
        </p:spPr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6" name="Picture Placeholder 17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3570288"/>
            <a:ext cx="3183820" cy="2144712"/>
          </a:xfrm>
          <a:solidFill>
            <a:schemeClr val="tx2">
              <a:lumMod val="40000"/>
              <a:lumOff val="60000"/>
            </a:schemeClr>
          </a:solidFill>
        </p:spPr>
        <p:txBody>
          <a:bodyPr anchor="t">
            <a:normAutofit/>
          </a:bodyPr>
          <a:lstStyle>
            <a:lvl1pPr algn="l">
              <a:buNone/>
              <a:defRPr sz="800" baseline="0"/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A2DF15-5071-454C-8687-89BB3304C35E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53522" y="1430336"/>
            <a:ext cx="5057951" cy="1933350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“A quote can be placed here to relate to the layout”</a:t>
            </a:r>
            <a:endParaRPr lang="en-GB" dirty="0"/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653523" y="3739928"/>
            <a:ext cx="2312099" cy="1357235"/>
          </a:xfrm>
        </p:spPr>
        <p:txBody>
          <a:bodyPr anchor="t" anchorCtr="0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- Name of the person</a:t>
            </a:r>
            <a:endParaRPr lang="en-GB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4576" y="166876"/>
            <a:ext cx="1095729" cy="356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and content_18 tex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54404" y="717551"/>
            <a:ext cx="8851194" cy="358775"/>
          </a:xfrm>
        </p:spPr>
        <p:txBody>
          <a:bodyPr wrap="square">
            <a:noAutofit/>
          </a:bodyPr>
          <a:lstStyle>
            <a:lvl1pPr>
              <a:lnSpc>
                <a:spcPct val="80000"/>
              </a:lnSpc>
              <a:defRPr lang="en-US" sz="2800" dirty="0" smtClean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Title and content slide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FA2DF15-5071-454C-8687-89BB3304C35E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10"/>
          <p:cNvSpPr>
            <a:spLocks noGrp="1"/>
          </p:cNvSpPr>
          <p:nvPr>
            <p:ph sz="quarter" idx="14" hasCustomPrompt="1"/>
          </p:nvPr>
        </p:nvSpPr>
        <p:spPr>
          <a:xfrm>
            <a:off x="654404" y="1431925"/>
            <a:ext cx="8851194" cy="39243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accent1"/>
                </a:solidFill>
              </a:defRPr>
            </a:lvl1pPr>
            <a:lvl2pPr marL="182563" indent="-182563">
              <a:defRPr sz="1800">
                <a:solidFill>
                  <a:schemeClr val="accent1"/>
                </a:solidFill>
              </a:defRPr>
            </a:lvl2pPr>
            <a:lvl3pPr marL="273050" indent="-180975">
              <a:defRPr sz="1800">
                <a:solidFill>
                  <a:schemeClr val="accent1"/>
                </a:solidFill>
              </a:defRPr>
            </a:lvl3pPr>
            <a:lvl4pPr marL="357188" indent="-180975">
              <a:defRPr sz="1800">
                <a:solidFill>
                  <a:schemeClr val="accent1"/>
                </a:solidFill>
              </a:defRPr>
            </a:lvl4pPr>
            <a:lvl5pPr marL="446088" indent="-176213"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3513" y="166877"/>
            <a:ext cx="1096791" cy="3567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and content_16 tex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FA2DF15-5071-454C-8687-89BB3304C35E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10"/>
          <p:cNvSpPr>
            <a:spLocks noGrp="1"/>
          </p:cNvSpPr>
          <p:nvPr>
            <p:ph sz="quarter" idx="14" hasCustomPrompt="1"/>
          </p:nvPr>
        </p:nvSpPr>
        <p:spPr>
          <a:xfrm>
            <a:off x="654404" y="1431925"/>
            <a:ext cx="8851194" cy="3924300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  <a:lvl2pPr marL="182563" indent="-182563">
              <a:defRPr sz="1600">
                <a:solidFill>
                  <a:schemeClr val="accent1"/>
                </a:solidFill>
              </a:defRPr>
            </a:lvl2pPr>
            <a:lvl3pPr marL="273050" indent="-180975">
              <a:defRPr sz="1600">
                <a:solidFill>
                  <a:schemeClr val="accent1"/>
                </a:solidFill>
              </a:defRPr>
            </a:lvl3pPr>
            <a:lvl4pPr marL="357188" indent="-180975">
              <a:defRPr sz="1600">
                <a:solidFill>
                  <a:schemeClr val="accent1"/>
                </a:solidFill>
              </a:defRPr>
            </a:lvl4pPr>
            <a:lvl5pPr marL="446088" indent="-176213"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3513" y="166877"/>
            <a:ext cx="1096791" cy="356745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654404" y="717551"/>
            <a:ext cx="8851194" cy="358775"/>
          </a:xfrm>
        </p:spPr>
        <p:txBody>
          <a:bodyPr wrap="square">
            <a:noAutofit/>
          </a:bodyPr>
          <a:lstStyle>
            <a:lvl1pPr>
              <a:lnSpc>
                <a:spcPct val="80000"/>
              </a:lnSpc>
              <a:defRPr lang="en-US" sz="2800" dirty="0" smtClean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Title and content slide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and2 column conten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FA2DF15-5071-454C-8687-89BB3304C35E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10"/>
          <p:cNvSpPr>
            <a:spLocks noGrp="1"/>
          </p:cNvSpPr>
          <p:nvPr>
            <p:ph sz="quarter" idx="14" hasCustomPrompt="1"/>
          </p:nvPr>
        </p:nvSpPr>
        <p:spPr>
          <a:xfrm>
            <a:off x="654404" y="1431925"/>
            <a:ext cx="4107544" cy="39243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accent1"/>
                </a:solidFill>
              </a:defRPr>
            </a:lvl1pPr>
            <a:lvl2pPr marL="182563" indent="-182563">
              <a:defRPr sz="1400">
                <a:solidFill>
                  <a:schemeClr val="accent1"/>
                </a:solidFill>
              </a:defRPr>
            </a:lvl2pPr>
            <a:lvl3pPr marL="273050" indent="-180975">
              <a:defRPr sz="1400">
                <a:solidFill>
                  <a:schemeClr val="accent1"/>
                </a:solidFill>
              </a:defRPr>
            </a:lvl3pPr>
            <a:lvl4pPr marL="357188" indent="-180975">
              <a:defRPr sz="1400">
                <a:solidFill>
                  <a:schemeClr val="accent1"/>
                </a:solidFill>
              </a:defRPr>
            </a:lvl4pPr>
            <a:lvl5pPr marL="446088" indent="-176213"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Content Placeholder 10"/>
          <p:cNvSpPr>
            <a:spLocks noGrp="1"/>
          </p:cNvSpPr>
          <p:nvPr>
            <p:ph sz="quarter" idx="15" hasCustomPrompt="1"/>
          </p:nvPr>
        </p:nvSpPr>
        <p:spPr>
          <a:xfrm>
            <a:off x="5398054" y="1431925"/>
            <a:ext cx="4107544" cy="39243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accent1"/>
                </a:solidFill>
              </a:defRPr>
            </a:lvl1pPr>
            <a:lvl2pPr marL="182563" indent="-182563">
              <a:defRPr sz="1400">
                <a:solidFill>
                  <a:schemeClr val="accent1"/>
                </a:solidFill>
              </a:defRPr>
            </a:lvl2pPr>
            <a:lvl3pPr marL="273050" indent="-180975">
              <a:defRPr sz="1400">
                <a:solidFill>
                  <a:schemeClr val="accent1"/>
                </a:solidFill>
              </a:defRPr>
            </a:lvl3pPr>
            <a:lvl4pPr marL="357188" indent="-180975">
              <a:defRPr sz="1400">
                <a:solidFill>
                  <a:schemeClr val="accent1"/>
                </a:solidFill>
              </a:defRPr>
            </a:lvl4pPr>
            <a:lvl5pPr marL="446088" indent="-176213"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3513" y="166877"/>
            <a:ext cx="1096791" cy="356745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654404" y="717551"/>
            <a:ext cx="8851194" cy="358775"/>
          </a:xfrm>
        </p:spPr>
        <p:txBody>
          <a:bodyPr wrap="square">
            <a:noAutofit/>
          </a:bodyPr>
          <a:lstStyle>
            <a:lvl1pPr>
              <a:lnSpc>
                <a:spcPct val="80000"/>
              </a:lnSpc>
              <a:defRPr lang="en-US" sz="2800" dirty="0" smtClean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Title and content slide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ext and imag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FA2DF15-5071-454C-8687-89BB3304C35E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5080000" y="0"/>
            <a:ext cx="5080000" cy="5715000"/>
          </a:xfrm>
        </p:spPr>
        <p:txBody>
          <a:bodyPr anchor="ctr">
            <a:normAutofit/>
          </a:bodyPr>
          <a:lstStyle>
            <a:lvl1pPr algn="ctr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8" name="Content Placeholder 10"/>
          <p:cNvSpPr>
            <a:spLocks noGrp="1"/>
          </p:cNvSpPr>
          <p:nvPr>
            <p:ph sz="quarter" idx="14" hasCustomPrompt="1"/>
          </p:nvPr>
        </p:nvSpPr>
        <p:spPr>
          <a:xfrm>
            <a:off x="654404" y="1789113"/>
            <a:ext cx="4107544" cy="3567112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accent1"/>
                </a:solidFill>
              </a:defRPr>
            </a:lvl1pPr>
            <a:lvl2pPr marL="182563" indent="-182563">
              <a:defRPr sz="1400">
                <a:solidFill>
                  <a:schemeClr val="accent1"/>
                </a:solidFill>
              </a:defRPr>
            </a:lvl2pPr>
            <a:lvl3pPr marL="273050" indent="-180975">
              <a:defRPr sz="1400">
                <a:solidFill>
                  <a:schemeClr val="accent1"/>
                </a:solidFill>
              </a:defRPr>
            </a:lvl3pPr>
            <a:lvl4pPr marL="357188" indent="-180975">
              <a:defRPr sz="1400">
                <a:solidFill>
                  <a:schemeClr val="accent1"/>
                </a:solidFill>
              </a:defRPr>
            </a:lvl4pPr>
            <a:lvl5pPr marL="446088" indent="-176213"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3513" y="166877"/>
            <a:ext cx="1096791" cy="356745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654404" y="717551"/>
            <a:ext cx="4107544" cy="1071563"/>
          </a:xfrm>
        </p:spPr>
        <p:txBody>
          <a:bodyPr wrap="square">
            <a:noAutofit/>
          </a:bodyPr>
          <a:lstStyle>
            <a:lvl1pPr>
              <a:lnSpc>
                <a:spcPct val="80000"/>
              </a:lnSpc>
              <a:defRPr lang="en-US" sz="2800" dirty="0" smtClean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Title and content slide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six box slid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FA2DF15-5071-454C-8687-89BB3304C35E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9" hasCustomPrompt="1"/>
          </p:nvPr>
        </p:nvSpPr>
        <p:spPr>
          <a:xfrm>
            <a:off x="654404" y="1789113"/>
            <a:ext cx="2976693" cy="1785938"/>
          </a:xfrm>
          <a:solidFill>
            <a:schemeClr val="accent2"/>
          </a:solidFill>
        </p:spPr>
        <p:txBody>
          <a:bodyPr lIns="180000" tIns="180000" rIns="180000" bIns="180000">
            <a:norm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82563" indent="-182563">
              <a:defRPr sz="1200">
                <a:solidFill>
                  <a:schemeClr val="bg1"/>
                </a:solidFill>
              </a:defRPr>
            </a:lvl2pPr>
            <a:lvl3pPr marL="273050" indent="-180975">
              <a:defRPr sz="1200">
                <a:solidFill>
                  <a:schemeClr val="bg1"/>
                </a:solidFill>
              </a:defRPr>
            </a:lvl3pPr>
            <a:lvl4pPr marL="357188" indent="-180975">
              <a:defRPr sz="1200">
                <a:solidFill>
                  <a:schemeClr val="bg1"/>
                </a:solidFill>
              </a:defRPr>
            </a:lvl4pPr>
            <a:lvl5pPr marL="446088" indent="-176213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Master text styles </a:t>
            </a:r>
          </a:p>
          <a:p>
            <a:pPr lvl="1"/>
            <a:r>
              <a:rPr lang="en-US" dirty="0"/>
              <a:t>first level, Subheadings</a:t>
            </a:r>
          </a:p>
          <a:p>
            <a:pPr lvl="2"/>
            <a:r>
              <a:rPr lang="en-US" dirty="0"/>
              <a:t>Second level, body copy</a:t>
            </a:r>
          </a:p>
          <a:p>
            <a:pPr lvl="3"/>
            <a:r>
              <a:rPr lang="en-US" dirty="0"/>
              <a:t>Third level, bullets</a:t>
            </a:r>
          </a:p>
          <a:p>
            <a:pPr lvl="4"/>
            <a:r>
              <a:rPr lang="en-US" dirty="0"/>
              <a:t>Fourth level, bullet</a:t>
            </a:r>
            <a:endParaRPr lang="en-GB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0" hasCustomPrompt="1"/>
          </p:nvPr>
        </p:nvSpPr>
        <p:spPr>
          <a:xfrm>
            <a:off x="3631097" y="1789113"/>
            <a:ext cx="2897806" cy="1785938"/>
          </a:xfrm>
          <a:solidFill>
            <a:schemeClr val="bg2"/>
          </a:solidFill>
        </p:spPr>
        <p:txBody>
          <a:bodyPr lIns="180000" tIns="180000" rIns="180000" bIns="180000">
            <a:norm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82563" indent="-182563">
              <a:defRPr sz="1200">
                <a:solidFill>
                  <a:schemeClr val="bg1"/>
                </a:solidFill>
              </a:defRPr>
            </a:lvl2pPr>
            <a:lvl3pPr marL="273050" indent="-180975">
              <a:defRPr sz="1200">
                <a:solidFill>
                  <a:schemeClr val="bg1"/>
                </a:solidFill>
              </a:defRPr>
            </a:lvl3pPr>
            <a:lvl4pPr marL="357188" indent="-180975">
              <a:defRPr sz="1200">
                <a:solidFill>
                  <a:schemeClr val="bg1"/>
                </a:solidFill>
              </a:defRPr>
            </a:lvl4pPr>
            <a:lvl5pPr marL="446088" indent="-176213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Master text styles </a:t>
            </a:r>
          </a:p>
          <a:p>
            <a:pPr lvl="1"/>
            <a:r>
              <a:rPr lang="en-US" dirty="0"/>
              <a:t>first level, Subheadings</a:t>
            </a:r>
          </a:p>
          <a:p>
            <a:pPr lvl="2"/>
            <a:r>
              <a:rPr lang="en-US" dirty="0"/>
              <a:t>Second level, body copy</a:t>
            </a:r>
          </a:p>
          <a:p>
            <a:pPr lvl="3"/>
            <a:r>
              <a:rPr lang="en-US" dirty="0"/>
              <a:t>Third level, bullets</a:t>
            </a:r>
          </a:p>
          <a:p>
            <a:pPr lvl="4"/>
            <a:r>
              <a:rPr lang="en-US" dirty="0"/>
              <a:t>Fourth level, bullet</a:t>
            </a:r>
            <a:endParaRPr lang="en-GB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21" hasCustomPrompt="1"/>
          </p:nvPr>
        </p:nvSpPr>
        <p:spPr>
          <a:xfrm>
            <a:off x="6528903" y="1789113"/>
            <a:ext cx="2976693" cy="1785938"/>
          </a:xfrm>
          <a:solidFill>
            <a:schemeClr val="accent1">
              <a:lumMod val="40000"/>
              <a:lumOff val="60000"/>
            </a:schemeClr>
          </a:solidFill>
        </p:spPr>
        <p:txBody>
          <a:bodyPr lIns="180000" tIns="180000" rIns="180000" bIns="180000">
            <a:norm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82563" indent="-182563">
              <a:defRPr sz="1200">
                <a:solidFill>
                  <a:schemeClr val="bg1"/>
                </a:solidFill>
              </a:defRPr>
            </a:lvl2pPr>
            <a:lvl3pPr marL="273050" indent="-180975">
              <a:defRPr sz="1200">
                <a:solidFill>
                  <a:schemeClr val="bg1"/>
                </a:solidFill>
              </a:defRPr>
            </a:lvl3pPr>
            <a:lvl4pPr marL="357188" indent="-180975">
              <a:defRPr sz="1200">
                <a:solidFill>
                  <a:schemeClr val="bg1"/>
                </a:solidFill>
              </a:defRPr>
            </a:lvl4pPr>
            <a:lvl5pPr marL="446088" indent="-176213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Master text styles </a:t>
            </a:r>
          </a:p>
          <a:p>
            <a:pPr lvl="1"/>
            <a:r>
              <a:rPr lang="en-US" dirty="0"/>
              <a:t>first level, Subheadings</a:t>
            </a:r>
          </a:p>
          <a:p>
            <a:pPr lvl="2"/>
            <a:r>
              <a:rPr lang="en-US" dirty="0"/>
              <a:t>Second level, body copy</a:t>
            </a:r>
          </a:p>
          <a:p>
            <a:pPr lvl="3"/>
            <a:r>
              <a:rPr lang="en-US" dirty="0"/>
              <a:t>Third level, bullets</a:t>
            </a:r>
          </a:p>
          <a:p>
            <a:pPr lvl="4"/>
            <a:r>
              <a:rPr lang="en-US" dirty="0"/>
              <a:t>Fourth level, bullet</a:t>
            </a:r>
            <a:endParaRPr lang="en-GB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2" hasCustomPrompt="1"/>
          </p:nvPr>
        </p:nvSpPr>
        <p:spPr>
          <a:xfrm>
            <a:off x="654405" y="3575051"/>
            <a:ext cx="2976693" cy="1781174"/>
          </a:xfrm>
          <a:solidFill>
            <a:schemeClr val="accent1"/>
          </a:solidFill>
        </p:spPr>
        <p:txBody>
          <a:bodyPr lIns="180000" tIns="180000" rIns="180000" bIns="180000">
            <a:norm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82563" indent="-182563">
              <a:defRPr sz="1200">
                <a:solidFill>
                  <a:schemeClr val="bg1"/>
                </a:solidFill>
              </a:defRPr>
            </a:lvl2pPr>
            <a:lvl3pPr marL="273050" indent="-180975">
              <a:defRPr sz="1200">
                <a:solidFill>
                  <a:schemeClr val="bg1"/>
                </a:solidFill>
              </a:defRPr>
            </a:lvl3pPr>
            <a:lvl4pPr marL="357188" indent="-180975">
              <a:defRPr sz="1200">
                <a:solidFill>
                  <a:schemeClr val="bg1"/>
                </a:solidFill>
              </a:defRPr>
            </a:lvl4pPr>
            <a:lvl5pPr marL="446088" indent="-176213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Master text styles </a:t>
            </a:r>
          </a:p>
          <a:p>
            <a:pPr lvl="1"/>
            <a:r>
              <a:rPr lang="en-US" dirty="0"/>
              <a:t>first level, Subheadings</a:t>
            </a:r>
          </a:p>
          <a:p>
            <a:pPr lvl="2"/>
            <a:r>
              <a:rPr lang="en-US" dirty="0"/>
              <a:t>Second level, body copy</a:t>
            </a:r>
          </a:p>
          <a:p>
            <a:pPr lvl="3"/>
            <a:r>
              <a:rPr lang="en-US" dirty="0"/>
              <a:t>Third level, bullets</a:t>
            </a:r>
          </a:p>
          <a:p>
            <a:pPr lvl="4"/>
            <a:r>
              <a:rPr lang="en-US" dirty="0"/>
              <a:t>Fourth level, bullet</a:t>
            </a:r>
            <a:endParaRPr lang="en-GB" dirty="0"/>
          </a:p>
        </p:txBody>
      </p:sp>
      <p:sp>
        <p:nvSpPr>
          <p:cNvPr id="15" name="Content Placeholder 10"/>
          <p:cNvSpPr>
            <a:spLocks noGrp="1"/>
          </p:cNvSpPr>
          <p:nvPr>
            <p:ph sz="quarter" idx="23" hasCustomPrompt="1"/>
          </p:nvPr>
        </p:nvSpPr>
        <p:spPr>
          <a:xfrm>
            <a:off x="3631098" y="3575051"/>
            <a:ext cx="2897806" cy="1781174"/>
          </a:xfrm>
          <a:solidFill>
            <a:schemeClr val="bg2">
              <a:lumMod val="60000"/>
              <a:lumOff val="40000"/>
            </a:schemeClr>
          </a:solidFill>
        </p:spPr>
        <p:txBody>
          <a:bodyPr lIns="180000" tIns="180000" rIns="180000" bIns="180000">
            <a:normAutofit/>
          </a:bodyPr>
          <a:lstStyle>
            <a:lvl1pPr>
              <a:defRPr sz="1200">
                <a:solidFill>
                  <a:schemeClr val="accent1"/>
                </a:solidFill>
              </a:defRPr>
            </a:lvl1pPr>
            <a:lvl2pPr marL="182563" indent="-182563">
              <a:defRPr sz="1200">
                <a:solidFill>
                  <a:schemeClr val="accent1"/>
                </a:solidFill>
              </a:defRPr>
            </a:lvl2pPr>
            <a:lvl3pPr marL="273050" indent="-180975">
              <a:defRPr sz="1200">
                <a:solidFill>
                  <a:schemeClr val="accent1"/>
                </a:solidFill>
              </a:defRPr>
            </a:lvl3pPr>
            <a:lvl4pPr marL="357188" indent="-180975">
              <a:defRPr sz="1200">
                <a:solidFill>
                  <a:schemeClr val="accent1"/>
                </a:solidFill>
              </a:defRPr>
            </a:lvl4pPr>
            <a:lvl5pPr marL="446088" indent="-176213"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Master text styles </a:t>
            </a:r>
          </a:p>
          <a:p>
            <a:pPr lvl="1"/>
            <a:r>
              <a:rPr lang="en-US" dirty="0"/>
              <a:t>first level, Subheadings</a:t>
            </a:r>
          </a:p>
          <a:p>
            <a:pPr lvl="2"/>
            <a:r>
              <a:rPr lang="en-US" dirty="0"/>
              <a:t>Second level, body copy</a:t>
            </a:r>
          </a:p>
          <a:p>
            <a:pPr lvl="3"/>
            <a:r>
              <a:rPr lang="en-US" dirty="0"/>
              <a:t>Third level, bullets</a:t>
            </a:r>
          </a:p>
          <a:p>
            <a:pPr lvl="4"/>
            <a:r>
              <a:rPr lang="en-US" dirty="0"/>
              <a:t>Fourth level, bullet</a:t>
            </a:r>
            <a:endParaRPr lang="en-GB" dirty="0"/>
          </a:p>
        </p:txBody>
      </p:sp>
      <p:sp>
        <p:nvSpPr>
          <p:cNvPr id="16" name="Content Placeholder 10"/>
          <p:cNvSpPr>
            <a:spLocks noGrp="1"/>
          </p:cNvSpPr>
          <p:nvPr>
            <p:ph sz="quarter" idx="24" hasCustomPrompt="1"/>
          </p:nvPr>
        </p:nvSpPr>
        <p:spPr>
          <a:xfrm>
            <a:off x="6528905" y="3575051"/>
            <a:ext cx="2976693" cy="1781174"/>
          </a:xfrm>
          <a:solidFill>
            <a:schemeClr val="accent2">
              <a:lumMod val="40000"/>
              <a:lumOff val="60000"/>
            </a:schemeClr>
          </a:solidFill>
        </p:spPr>
        <p:txBody>
          <a:bodyPr lIns="180000" tIns="180000" rIns="180000" bIns="180000">
            <a:norm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82563" indent="-182563">
              <a:defRPr sz="1200">
                <a:solidFill>
                  <a:schemeClr val="bg1"/>
                </a:solidFill>
              </a:defRPr>
            </a:lvl2pPr>
            <a:lvl3pPr marL="273050" indent="-180975">
              <a:defRPr sz="1200">
                <a:solidFill>
                  <a:schemeClr val="bg1"/>
                </a:solidFill>
              </a:defRPr>
            </a:lvl3pPr>
            <a:lvl4pPr marL="357188" indent="-180975">
              <a:defRPr sz="1200">
                <a:solidFill>
                  <a:schemeClr val="bg1"/>
                </a:solidFill>
              </a:defRPr>
            </a:lvl4pPr>
            <a:lvl5pPr marL="446088" indent="-176213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Master text styles </a:t>
            </a:r>
          </a:p>
          <a:p>
            <a:pPr lvl="1"/>
            <a:r>
              <a:rPr lang="en-US" dirty="0"/>
              <a:t>first level, Subheadings</a:t>
            </a:r>
          </a:p>
          <a:p>
            <a:pPr lvl="2"/>
            <a:r>
              <a:rPr lang="en-US" dirty="0"/>
              <a:t>Second level, body copy</a:t>
            </a:r>
          </a:p>
          <a:p>
            <a:pPr lvl="3"/>
            <a:r>
              <a:rPr lang="en-US" dirty="0"/>
              <a:t>Third level, bullets</a:t>
            </a:r>
          </a:p>
          <a:p>
            <a:pPr lvl="4"/>
            <a:r>
              <a:rPr lang="en-US" dirty="0"/>
              <a:t>Fourth level, bullet</a:t>
            </a:r>
            <a:endParaRPr lang="en-GB" dirty="0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3513" y="166877"/>
            <a:ext cx="1096791" cy="356745"/>
          </a:xfrm>
          <a:prstGeom prst="rect">
            <a:avLst/>
          </a:prstGeom>
        </p:spPr>
      </p:pic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654404" y="717551"/>
            <a:ext cx="8851194" cy="358775"/>
          </a:xfrm>
        </p:spPr>
        <p:txBody>
          <a:bodyPr wrap="square">
            <a:noAutofit/>
          </a:bodyPr>
          <a:lstStyle>
            <a:lvl1pPr>
              <a:lnSpc>
                <a:spcPct val="80000"/>
              </a:lnSpc>
              <a:defRPr lang="en-US" sz="2800" dirty="0" smtClean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Title and six content slide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six box slide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FA2DF15-5071-454C-8687-89BB3304C35E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9" hasCustomPrompt="1"/>
          </p:nvPr>
        </p:nvSpPr>
        <p:spPr>
          <a:xfrm>
            <a:off x="654404" y="1789113"/>
            <a:ext cx="2976693" cy="1785938"/>
          </a:xfrm>
          <a:solidFill>
            <a:schemeClr val="accent4"/>
          </a:solidFill>
        </p:spPr>
        <p:txBody>
          <a:bodyPr lIns="180000" tIns="180000" rIns="180000" bIns="180000">
            <a:normAutofit/>
          </a:bodyPr>
          <a:lstStyle>
            <a:lvl1pPr>
              <a:defRPr sz="1200">
                <a:solidFill>
                  <a:schemeClr val="accent1"/>
                </a:solidFill>
              </a:defRPr>
            </a:lvl1pPr>
            <a:lvl2pPr marL="182563" indent="-182563">
              <a:defRPr sz="1200">
                <a:solidFill>
                  <a:schemeClr val="accent1"/>
                </a:solidFill>
              </a:defRPr>
            </a:lvl2pPr>
            <a:lvl3pPr marL="273050" indent="-180975">
              <a:defRPr sz="1200">
                <a:solidFill>
                  <a:schemeClr val="accent1"/>
                </a:solidFill>
              </a:defRPr>
            </a:lvl3pPr>
            <a:lvl4pPr marL="357188" indent="-180975">
              <a:defRPr sz="1200">
                <a:solidFill>
                  <a:schemeClr val="accent1"/>
                </a:solidFill>
              </a:defRPr>
            </a:lvl4pPr>
            <a:lvl5pPr marL="446088" indent="-176213"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Master text styles </a:t>
            </a:r>
          </a:p>
          <a:p>
            <a:pPr lvl="1"/>
            <a:r>
              <a:rPr lang="en-US" dirty="0"/>
              <a:t>first level, Subheadings</a:t>
            </a:r>
          </a:p>
          <a:p>
            <a:pPr lvl="2"/>
            <a:r>
              <a:rPr lang="en-US" dirty="0"/>
              <a:t>Second level, body copy</a:t>
            </a:r>
          </a:p>
          <a:p>
            <a:pPr lvl="3"/>
            <a:r>
              <a:rPr lang="en-US" dirty="0"/>
              <a:t>Third level, bullets</a:t>
            </a:r>
          </a:p>
          <a:p>
            <a:pPr lvl="4"/>
            <a:r>
              <a:rPr lang="en-US" dirty="0"/>
              <a:t>Fourth level, bullet</a:t>
            </a:r>
            <a:endParaRPr lang="en-GB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0" hasCustomPrompt="1"/>
          </p:nvPr>
        </p:nvSpPr>
        <p:spPr>
          <a:xfrm>
            <a:off x="3631097" y="1789113"/>
            <a:ext cx="2897806" cy="1785938"/>
          </a:xfrm>
          <a:solidFill>
            <a:schemeClr val="accent5">
              <a:lumMod val="40000"/>
              <a:lumOff val="60000"/>
            </a:schemeClr>
          </a:solidFill>
        </p:spPr>
        <p:txBody>
          <a:bodyPr lIns="180000" tIns="180000" rIns="180000" bIns="180000">
            <a:normAutofit/>
          </a:bodyPr>
          <a:lstStyle>
            <a:lvl1pPr>
              <a:defRPr sz="1200">
                <a:solidFill>
                  <a:schemeClr val="accent1"/>
                </a:solidFill>
              </a:defRPr>
            </a:lvl1pPr>
            <a:lvl2pPr marL="182563" indent="-182563">
              <a:defRPr sz="1200">
                <a:solidFill>
                  <a:schemeClr val="accent1"/>
                </a:solidFill>
              </a:defRPr>
            </a:lvl2pPr>
            <a:lvl3pPr marL="273050" indent="-180975">
              <a:defRPr sz="1200">
                <a:solidFill>
                  <a:schemeClr val="accent1"/>
                </a:solidFill>
              </a:defRPr>
            </a:lvl3pPr>
            <a:lvl4pPr marL="357188" indent="-180975">
              <a:defRPr sz="1200">
                <a:solidFill>
                  <a:schemeClr val="accent1"/>
                </a:solidFill>
              </a:defRPr>
            </a:lvl4pPr>
            <a:lvl5pPr marL="446088" indent="-176213"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Master text styles </a:t>
            </a:r>
          </a:p>
          <a:p>
            <a:pPr lvl="1"/>
            <a:r>
              <a:rPr lang="en-US" dirty="0"/>
              <a:t>first level, Subheadings</a:t>
            </a:r>
          </a:p>
          <a:p>
            <a:pPr lvl="2"/>
            <a:r>
              <a:rPr lang="en-US" dirty="0"/>
              <a:t>Second level, body copy</a:t>
            </a:r>
          </a:p>
          <a:p>
            <a:pPr lvl="3"/>
            <a:r>
              <a:rPr lang="en-US" dirty="0"/>
              <a:t>Third level, bullets</a:t>
            </a:r>
          </a:p>
          <a:p>
            <a:pPr lvl="4"/>
            <a:r>
              <a:rPr lang="en-US" dirty="0"/>
              <a:t>Fourth level, bullet</a:t>
            </a:r>
            <a:endParaRPr lang="en-GB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21" hasCustomPrompt="1"/>
          </p:nvPr>
        </p:nvSpPr>
        <p:spPr>
          <a:xfrm>
            <a:off x="6528903" y="1789113"/>
            <a:ext cx="2976693" cy="1785938"/>
          </a:xfrm>
          <a:solidFill>
            <a:schemeClr val="accent5"/>
          </a:solidFill>
        </p:spPr>
        <p:txBody>
          <a:bodyPr lIns="180000" tIns="180000" rIns="180000" bIns="180000">
            <a:normAutofit/>
          </a:bodyPr>
          <a:lstStyle>
            <a:lvl1pPr>
              <a:defRPr sz="1200">
                <a:solidFill>
                  <a:schemeClr val="accent1"/>
                </a:solidFill>
              </a:defRPr>
            </a:lvl1pPr>
            <a:lvl2pPr marL="182563" indent="-182563">
              <a:defRPr sz="1200">
                <a:solidFill>
                  <a:schemeClr val="accent1"/>
                </a:solidFill>
              </a:defRPr>
            </a:lvl2pPr>
            <a:lvl3pPr marL="273050" indent="-180975">
              <a:defRPr sz="1200">
                <a:solidFill>
                  <a:schemeClr val="accent1"/>
                </a:solidFill>
              </a:defRPr>
            </a:lvl3pPr>
            <a:lvl4pPr marL="357188" indent="-180975">
              <a:defRPr sz="1200">
                <a:solidFill>
                  <a:schemeClr val="accent1"/>
                </a:solidFill>
              </a:defRPr>
            </a:lvl4pPr>
            <a:lvl5pPr marL="446088" indent="-176213"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Master text styles </a:t>
            </a:r>
          </a:p>
          <a:p>
            <a:pPr lvl="1"/>
            <a:r>
              <a:rPr lang="en-US" dirty="0"/>
              <a:t>first level, Subheadings</a:t>
            </a:r>
          </a:p>
          <a:p>
            <a:pPr lvl="2"/>
            <a:r>
              <a:rPr lang="en-US" dirty="0"/>
              <a:t>Second level, body copy</a:t>
            </a:r>
          </a:p>
          <a:p>
            <a:pPr lvl="3"/>
            <a:r>
              <a:rPr lang="en-US" dirty="0"/>
              <a:t>Third level, bullets</a:t>
            </a:r>
          </a:p>
          <a:p>
            <a:pPr lvl="4"/>
            <a:r>
              <a:rPr lang="en-US" dirty="0"/>
              <a:t>Fourth level, bullet</a:t>
            </a:r>
            <a:endParaRPr lang="en-GB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2" hasCustomPrompt="1"/>
          </p:nvPr>
        </p:nvSpPr>
        <p:spPr>
          <a:xfrm>
            <a:off x="654405" y="3575051"/>
            <a:ext cx="2976693" cy="1781174"/>
          </a:xfrm>
          <a:solidFill>
            <a:schemeClr val="tx2">
              <a:lumMod val="40000"/>
              <a:lumOff val="60000"/>
            </a:schemeClr>
          </a:solidFill>
        </p:spPr>
        <p:txBody>
          <a:bodyPr lIns="180000" tIns="180000" rIns="180000" bIns="180000">
            <a:normAutofit/>
          </a:bodyPr>
          <a:lstStyle>
            <a:lvl1pPr>
              <a:defRPr sz="1200">
                <a:solidFill>
                  <a:schemeClr val="accent1"/>
                </a:solidFill>
              </a:defRPr>
            </a:lvl1pPr>
            <a:lvl2pPr marL="182563" indent="-182563">
              <a:defRPr sz="1200">
                <a:solidFill>
                  <a:schemeClr val="accent1"/>
                </a:solidFill>
              </a:defRPr>
            </a:lvl2pPr>
            <a:lvl3pPr marL="273050" indent="-180975">
              <a:defRPr sz="1200">
                <a:solidFill>
                  <a:schemeClr val="accent1"/>
                </a:solidFill>
              </a:defRPr>
            </a:lvl3pPr>
            <a:lvl4pPr marL="357188" indent="-180975">
              <a:defRPr sz="1200">
                <a:solidFill>
                  <a:schemeClr val="accent1"/>
                </a:solidFill>
              </a:defRPr>
            </a:lvl4pPr>
            <a:lvl5pPr marL="446088" indent="-176213"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Master text styles </a:t>
            </a:r>
          </a:p>
          <a:p>
            <a:pPr lvl="1"/>
            <a:r>
              <a:rPr lang="en-US" dirty="0"/>
              <a:t>first level, Subheadings</a:t>
            </a:r>
          </a:p>
          <a:p>
            <a:pPr lvl="2"/>
            <a:r>
              <a:rPr lang="en-US" dirty="0"/>
              <a:t>Second level, body copy</a:t>
            </a:r>
          </a:p>
          <a:p>
            <a:pPr lvl="3"/>
            <a:r>
              <a:rPr lang="en-US" dirty="0"/>
              <a:t>Third level, bullets</a:t>
            </a:r>
          </a:p>
          <a:p>
            <a:pPr lvl="4"/>
            <a:r>
              <a:rPr lang="en-US" dirty="0"/>
              <a:t>Fourth level, bullet</a:t>
            </a:r>
            <a:endParaRPr lang="en-GB" dirty="0"/>
          </a:p>
        </p:txBody>
      </p:sp>
      <p:sp>
        <p:nvSpPr>
          <p:cNvPr id="15" name="Content Placeholder 10"/>
          <p:cNvSpPr>
            <a:spLocks noGrp="1"/>
          </p:cNvSpPr>
          <p:nvPr>
            <p:ph sz="quarter" idx="23" hasCustomPrompt="1"/>
          </p:nvPr>
        </p:nvSpPr>
        <p:spPr>
          <a:xfrm>
            <a:off x="3631098" y="3575051"/>
            <a:ext cx="2897806" cy="1781174"/>
          </a:xfrm>
          <a:solidFill>
            <a:schemeClr val="accent3">
              <a:lumMod val="20000"/>
              <a:lumOff val="80000"/>
            </a:schemeClr>
          </a:solidFill>
        </p:spPr>
        <p:txBody>
          <a:bodyPr lIns="180000" tIns="180000" rIns="180000" bIns="180000">
            <a:normAutofit/>
          </a:bodyPr>
          <a:lstStyle>
            <a:lvl1pPr>
              <a:defRPr sz="1200">
                <a:solidFill>
                  <a:schemeClr val="accent1"/>
                </a:solidFill>
              </a:defRPr>
            </a:lvl1pPr>
            <a:lvl2pPr marL="182563" indent="-182563">
              <a:defRPr sz="1200">
                <a:solidFill>
                  <a:schemeClr val="accent1"/>
                </a:solidFill>
              </a:defRPr>
            </a:lvl2pPr>
            <a:lvl3pPr marL="273050" indent="-180975">
              <a:defRPr sz="1200">
                <a:solidFill>
                  <a:schemeClr val="accent1"/>
                </a:solidFill>
              </a:defRPr>
            </a:lvl3pPr>
            <a:lvl4pPr marL="357188" indent="-180975">
              <a:defRPr sz="1200">
                <a:solidFill>
                  <a:schemeClr val="accent1"/>
                </a:solidFill>
              </a:defRPr>
            </a:lvl4pPr>
            <a:lvl5pPr marL="446088" indent="-176213"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Master text styles </a:t>
            </a:r>
          </a:p>
          <a:p>
            <a:pPr lvl="1"/>
            <a:r>
              <a:rPr lang="en-US" dirty="0"/>
              <a:t>first level, Subheadings</a:t>
            </a:r>
          </a:p>
          <a:p>
            <a:pPr lvl="2"/>
            <a:r>
              <a:rPr lang="en-US" dirty="0"/>
              <a:t>Second level, body copy</a:t>
            </a:r>
          </a:p>
          <a:p>
            <a:pPr lvl="3"/>
            <a:r>
              <a:rPr lang="en-US" dirty="0"/>
              <a:t>Third level, bullets</a:t>
            </a:r>
          </a:p>
          <a:p>
            <a:pPr lvl="4"/>
            <a:r>
              <a:rPr lang="en-US" dirty="0"/>
              <a:t>Fourth level, bullet</a:t>
            </a:r>
            <a:endParaRPr lang="en-GB" dirty="0"/>
          </a:p>
        </p:txBody>
      </p:sp>
      <p:sp>
        <p:nvSpPr>
          <p:cNvPr id="16" name="Content Placeholder 10"/>
          <p:cNvSpPr>
            <a:spLocks noGrp="1"/>
          </p:cNvSpPr>
          <p:nvPr>
            <p:ph sz="quarter" idx="24" hasCustomPrompt="1"/>
          </p:nvPr>
        </p:nvSpPr>
        <p:spPr>
          <a:xfrm>
            <a:off x="6528905" y="3575051"/>
            <a:ext cx="2976693" cy="1781174"/>
          </a:xfrm>
          <a:solidFill>
            <a:schemeClr val="accent4"/>
          </a:solidFill>
        </p:spPr>
        <p:txBody>
          <a:bodyPr lIns="180000" tIns="180000" rIns="180000" bIns="180000">
            <a:normAutofit/>
          </a:bodyPr>
          <a:lstStyle>
            <a:lvl1pPr>
              <a:defRPr sz="1200">
                <a:solidFill>
                  <a:schemeClr val="accent1"/>
                </a:solidFill>
              </a:defRPr>
            </a:lvl1pPr>
            <a:lvl2pPr marL="182563" indent="-182563">
              <a:defRPr sz="1200">
                <a:solidFill>
                  <a:schemeClr val="accent1"/>
                </a:solidFill>
              </a:defRPr>
            </a:lvl2pPr>
            <a:lvl3pPr marL="273050" indent="-180975">
              <a:defRPr sz="1200">
                <a:solidFill>
                  <a:schemeClr val="accent1"/>
                </a:solidFill>
              </a:defRPr>
            </a:lvl3pPr>
            <a:lvl4pPr marL="357188" indent="-180975">
              <a:defRPr sz="1200">
                <a:solidFill>
                  <a:schemeClr val="accent1"/>
                </a:solidFill>
              </a:defRPr>
            </a:lvl4pPr>
            <a:lvl5pPr marL="446088" indent="-176213"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Master text styles </a:t>
            </a:r>
          </a:p>
          <a:p>
            <a:pPr lvl="1"/>
            <a:r>
              <a:rPr lang="en-US" dirty="0"/>
              <a:t>first level, Subheadings</a:t>
            </a:r>
          </a:p>
          <a:p>
            <a:pPr lvl="2"/>
            <a:r>
              <a:rPr lang="en-US" dirty="0"/>
              <a:t>Second level, body copy</a:t>
            </a:r>
          </a:p>
          <a:p>
            <a:pPr lvl="3"/>
            <a:r>
              <a:rPr lang="en-US" dirty="0"/>
              <a:t>Third level, bullets</a:t>
            </a:r>
          </a:p>
          <a:p>
            <a:pPr lvl="4"/>
            <a:r>
              <a:rPr lang="en-US" dirty="0"/>
              <a:t>Fourth level, bullet</a:t>
            </a:r>
            <a:endParaRPr lang="en-GB" dirty="0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3513" y="166877"/>
            <a:ext cx="1096791" cy="356745"/>
          </a:xfrm>
          <a:prstGeom prst="rect">
            <a:avLst/>
          </a:prstGeom>
        </p:spPr>
      </p:pic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654404" y="717551"/>
            <a:ext cx="8851194" cy="358775"/>
          </a:xfrm>
        </p:spPr>
        <p:txBody>
          <a:bodyPr wrap="square">
            <a:noAutofit/>
          </a:bodyPr>
          <a:lstStyle>
            <a:lvl1pPr>
              <a:lnSpc>
                <a:spcPct val="80000"/>
              </a:lnSpc>
              <a:defRPr lang="en-US" sz="2800" dirty="0" smtClean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Title and six content slide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able slid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FA2DF15-5071-454C-8687-89BB3304C35E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able Placeholder 5"/>
          <p:cNvSpPr>
            <a:spLocks noGrp="1"/>
          </p:cNvSpPr>
          <p:nvPr>
            <p:ph type="tbl" sz="quarter" idx="12" hasCustomPrompt="1"/>
          </p:nvPr>
        </p:nvSpPr>
        <p:spPr>
          <a:xfrm>
            <a:off x="654403" y="1789113"/>
            <a:ext cx="8851194" cy="3567112"/>
          </a:xfrm>
        </p:spPr>
        <p:txBody>
          <a:bodyPr anchor="ctr">
            <a:normAutofit/>
          </a:bodyPr>
          <a:lstStyle>
            <a:lvl1pPr algn="ctr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TABLE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3513" y="166877"/>
            <a:ext cx="1096791" cy="356745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654404" y="717551"/>
            <a:ext cx="8851194" cy="358775"/>
          </a:xfrm>
        </p:spPr>
        <p:txBody>
          <a:bodyPr wrap="square">
            <a:noAutofit/>
          </a:bodyPr>
          <a:lstStyle>
            <a:lvl1pPr>
              <a:lnSpc>
                <a:spcPct val="80000"/>
              </a:lnSpc>
              <a:defRPr lang="en-US" sz="2800" dirty="0" smtClean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Table slide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Chart slid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FA2DF15-5071-454C-8687-89BB3304C35E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Chart Placeholder 7"/>
          <p:cNvSpPr>
            <a:spLocks noGrp="1"/>
          </p:cNvSpPr>
          <p:nvPr>
            <p:ph type="chart" sz="quarter" idx="12" hasCustomPrompt="1"/>
          </p:nvPr>
        </p:nvSpPr>
        <p:spPr>
          <a:xfrm>
            <a:off x="654404" y="1789113"/>
            <a:ext cx="8851194" cy="3567112"/>
          </a:xfrm>
        </p:spPr>
        <p:txBody>
          <a:bodyPr anchor="ctr">
            <a:normAutofit/>
          </a:bodyPr>
          <a:lstStyle>
            <a:lvl1pPr algn="ctr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CHART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3513" y="166877"/>
            <a:ext cx="1096791" cy="356745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654404" y="717551"/>
            <a:ext cx="8851194" cy="358775"/>
          </a:xfrm>
        </p:spPr>
        <p:txBody>
          <a:bodyPr wrap="square">
            <a:noAutofit/>
          </a:bodyPr>
          <a:lstStyle>
            <a:lvl1pPr>
              <a:lnSpc>
                <a:spcPct val="80000"/>
              </a:lnSpc>
              <a:defRPr lang="en-US" sz="2800" baseline="0" dirty="0" smtClean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Chart slide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98500" y="5296960"/>
            <a:ext cx="2286000" cy="304271"/>
          </a:xfrm>
          <a:prstGeom prst="rect">
            <a:avLst/>
          </a:prstGeom>
        </p:spPr>
        <p:txBody>
          <a:bodyPr/>
          <a:lstStyle/>
          <a:p>
            <a:fld id="{BCBF3D6D-7D9A-4530-A537-0D6DD4DF2F35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365500" y="5296960"/>
            <a:ext cx="3429000" cy="3042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374E3-2222-408E-BAB6-4DE3AF7B8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806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Thank you_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54403" y="2500313"/>
            <a:ext cx="8851194" cy="1066800"/>
          </a:xfrm>
        </p:spPr>
        <p:txBody>
          <a:bodyPr tIns="36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GB" sz="7200" b="1" baseline="0" smtClean="0">
                <a:solidFill>
                  <a:schemeClr val="bg1"/>
                </a:solidFill>
                <a:latin typeface="+mj-lt"/>
                <a:cs typeface="RTABeta" pitchFamily="2" charset="-78"/>
              </a:defRPr>
            </a:lvl1pPr>
          </a:lstStyle>
          <a:p>
            <a:r>
              <a:rPr lang="en-US" dirty="0"/>
              <a:t>Thank you</a:t>
            </a:r>
            <a:endParaRPr lang="en-GB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654404" y="5202687"/>
            <a:ext cx="4425597" cy="14234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>
              <a:lnSpc>
                <a:spcPct val="90000"/>
              </a:lnSpc>
            </a:pPr>
            <a:r>
              <a:rPr lang="en-GB" sz="1000" dirty="0">
                <a:solidFill>
                  <a:schemeClr val="bg1"/>
                </a:solidFill>
                <a:latin typeface="+mn-lt"/>
              </a:rPr>
              <a:t>© RTA  2022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4576" y="166876"/>
            <a:ext cx="1095729" cy="356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Thank you_Re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54403" y="2500313"/>
            <a:ext cx="8851194" cy="1066800"/>
          </a:xfrm>
        </p:spPr>
        <p:txBody>
          <a:bodyPr tIns="36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GB" sz="7200" b="1" baseline="0" smtClean="0">
                <a:solidFill>
                  <a:schemeClr val="bg1"/>
                </a:solidFill>
                <a:latin typeface="+mj-lt"/>
                <a:cs typeface="RTABeta" pitchFamily="2" charset="-78"/>
              </a:defRPr>
            </a:lvl1pPr>
          </a:lstStyle>
          <a:p>
            <a:r>
              <a:rPr lang="en-US" dirty="0"/>
              <a:t>Thank you</a:t>
            </a:r>
            <a:endParaRPr lang="en-GB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654404" y="5202687"/>
            <a:ext cx="4425597" cy="14234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>
              <a:lnSpc>
                <a:spcPct val="90000"/>
              </a:lnSpc>
            </a:pPr>
            <a:r>
              <a:rPr lang="en-GB" sz="1000" dirty="0">
                <a:solidFill>
                  <a:schemeClr val="bg1"/>
                </a:solidFill>
                <a:latin typeface="+mn-lt"/>
              </a:rPr>
              <a:t>© RTA  2016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4576" y="166876"/>
            <a:ext cx="1095729" cy="356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-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907" y="114300"/>
            <a:ext cx="8164859" cy="379078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9907" y="704205"/>
            <a:ext cx="8164859" cy="298928"/>
          </a:xfrm>
        </p:spPr>
        <p:txBody>
          <a:bodyPr wrap="square">
            <a:spAutoFit/>
          </a:bodyPr>
          <a:lstStyle>
            <a:lvl1pPr marL="0" indent="0" algn="l">
              <a:buNone/>
              <a:defRPr sz="2100">
                <a:solidFill>
                  <a:schemeClr val="accent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273475" y="5197761"/>
            <a:ext cx="366034" cy="366033"/>
            <a:chOff x="186858" y="6096003"/>
            <a:chExt cx="580550" cy="580549"/>
          </a:xfrm>
          <a:solidFill>
            <a:schemeClr val="bg1">
              <a:lumMod val="75000"/>
              <a:alpha val="25000"/>
            </a:schemeClr>
          </a:solidFill>
        </p:grpSpPr>
        <p:sp>
          <p:nvSpPr>
            <p:cNvPr id="7" name="Rectangle 6"/>
            <p:cNvSpPr/>
            <p:nvPr userDrawn="1"/>
          </p:nvSpPr>
          <p:spPr>
            <a:xfrm>
              <a:off x="186859" y="6096003"/>
              <a:ext cx="580549" cy="58054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 dirty="0">
                <a:latin typeface="GeosansLight" panose="02000603020000020003"/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186858" y="6612049"/>
              <a:ext cx="580549" cy="6450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/>
            </a:p>
          </p:txBody>
        </p:sp>
      </p:grp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73475" y="5197761"/>
            <a:ext cx="366034" cy="325364"/>
          </a:xfrm>
          <a:prstGeom prst="rect">
            <a:avLst/>
          </a:prstGeom>
        </p:spPr>
        <p:txBody>
          <a:bodyPr anchor="ctr"/>
          <a:lstStyle>
            <a:lvl1pPr algn="ctr">
              <a:defRPr sz="1050">
                <a:solidFill>
                  <a:srgbClr val="2F3A46"/>
                </a:solidFill>
              </a:defRPr>
            </a:lvl1pPr>
          </a:lstStyle>
          <a:p>
            <a:fld id="{F68327C5-B821-4FE9-A59A-A60D9EB59A9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47093" y="4812068"/>
            <a:ext cx="912907" cy="90293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40407" y="191283"/>
            <a:ext cx="1356478" cy="375953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>
          <a:xfrm>
            <a:off x="8768973" y="79883"/>
            <a:ext cx="1327912" cy="600067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99326364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-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142" y="114300"/>
            <a:ext cx="8164859" cy="37907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7142" y="704205"/>
            <a:ext cx="8164859" cy="298928"/>
          </a:xfrm>
        </p:spPr>
        <p:txBody>
          <a:bodyPr wrap="square">
            <a:spAutoFit/>
          </a:bodyPr>
          <a:lstStyle>
            <a:lvl1pPr marL="0" indent="0" algn="r">
              <a:buNone/>
              <a:defRPr sz="2100">
                <a:solidFill>
                  <a:schemeClr val="accent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273475" y="5197761"/>
            <a:ext cx="366034" cy="366033"/>
            <a:chOff x="186858" y="6096003"/>
            <a:chExt cx="580550" cy="580549"/>
          </a:xfrm>
          <a:solidFill>
            <a:schemeClr val="bg1">
              <a:lumMod val="75000"/>
              <a:alpha val="25000"/>
            </a:schemeClr>
          </a:solidFill>
        </p:grpSpPr>
        <p:sp>
          <p:nvSpPr>
            <p:cNvPr id="7" name="Rectangle 6"/>
            <p:cNvSpPr/>
            <p:nvPr userDrawn="1"/>
          </p:nvSpPr>
          <p:spPr>
            <a:xfrm>
              <a:off x="186859" y="6096003"/>
              <a:ext cx="580549" cy="58054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 dirty="0">
                <a:latin typeface="GeosansLight" panose="02000603020000020003"/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186858" y="6612049"/>
              <a:ext cx="580549" cy="6450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/>
            </a:p>
          </p:txBody>
        </p:sp>
      </p:grp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73475" y="5197761"/>
            <a:ext cx="366034" cy="325364"/>
          </a:xfrm>
          <a:prstGeom prst="rect">
            <a:avLst/>
          </a:prstGeom>
        </p:spPr>
        <p:txBody>
          <a:bodyPr anchor="ctr"/>
          <a:lstStyle>
            <a:lvl1pPr algn="ctr">
              <a:defRPr sz="1050">
                <a:solidFill>
                  <a:srgbClr val="2F3A46"/>
                </a:solidFill>
              </a:defRPr>
            </a:lvl1pPr>
          </a:lstStyle>
          <a:p>
            <a:fld id="{F68327C5-B821-4FE9-A59A-A60D9EB59A9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47093" y="4812068"/>
            <a:ext cx="912907" cy="902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07869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-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907" y="114300"/>
            <a:ext cx="8164859" cy="379078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9907" y="704205"/>
            <a:ext cx="8164859" cy="298928"/>
          </a:xfrm>
        </p:spPr>
        <p:txBody>
          <a:bodyPr wrap="square">
            <a:spAutoFit/>
          </a:bodyPr>
          <a:lstStyle>
            <a:lvl1pPr marL="0" indent="0" algn="l">
              <a:buNone/>
              <a:defRPr sz="2100">
                <a:solidFill>
                  <a:schemeClr val="accent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273475" y="5197761"/>
            <a:ext cx="366034" cy="366033"/>
            <a:chOff x="186858" y="6096003"/>
            <a:chExt cx="580550" cy="580549"/>
          </a:xfrm>
          <a:solidFill>
            <a:schemeClr val="bg1">
              <a:lumMod val="75000"/>
              <a:alpha val="25000"/>
            </a:schemeClr>
          </a:solidFill>
        </p:grpSpPr>
        <p:sp>
          <p:nvSpPr>
            <p:cNvPr id="7" name="Rectangle 6"/>
            <p:cNvSpPr/>
            <p:nvPr userDrawn="1"/>
          </p:nvSpPr>
          <p:spPr>
            <a:xfrm>
              <a:off x="186859" y="6096003"/>
              <a:ext cx="580549" cy="58054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 dirty="0">
                <a:latin typeface="GeosansLight" panose="02000603020000020003"/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186858" y="6612049"/>
              <a:ext cx="580549" cy="6450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/>
            </a:p>
          </p:txBody>
        </p:sp>
      </p:grp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73475" y="5197761"/>
            <a:ext cx="366034" cy="325364"/>
          </a:xfrm>
          <a:prstGeom prst="rect">
            <a:avLst/>
          </a:prstGeom>
        </p:spPr>
        <p:txBody>
          <a:bodyPr anchor="ctr"/>
          <a:lstStyle>
            <a:lvl1pPr algn="ctr">
              <a:defRPr sz="1050">
                <a:solidFill>
                  <a:srgbClr val="2F3A46"/>
                </a:solidFill>
              </a:defRPr>
            </a:lvl1pPr>
          </a:lstStyle>
          <a:p>
            <a:fld id="{F68327C5-B821-4FE9-A59A-A60D9EB59A9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47093" y="4812068"/>
            <a:ext cx="912907" cy="902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8090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8D7625CD-4BD3-476C-8CCB-A355E4470AB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326" y="1324"/>
          <a:ext cx="1323" cy="1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38" imgH="338" progId="TCLayout.ActiveDocument.1">
                  <p:embed/>
                </p:oleObj>
              </mc:Choice>
              <mc:Fallback>
                <p:oleObj name="think-cell Slide" r:id="rId4" imgW="338" imgH="33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8D7625CD-4BD3-476C-8CCB-A355E4470A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326" y="1324"/>
                        <a:ext cx="1323" cy="1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A7041539-0E90-4D5C-BCBC-070DE1EED00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3" y="0"/>
            <a:ext cx="132292" cy="1322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</a:lstStyle>
          <a:p>
            <a:pPr marL="0" lvl="0" indent="0" algn="ctr" rtl="0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75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4" name="1 Shape Name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1940996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ags" Target="../tags/tag2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EEDFEA43-E2CD-4A18-93AA-FBEC2DB8349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9"/>
            </p:custDataLst>
            <p:extLst>
              <p:ext uri="{D42A27DB-BD31-4B8C-83A1-F6EECF244321}">
                <p14:modId xmlns:p14="http://schemas.microsoft.com/office/powerpoint/2010/main" val="309688708"/>
              </p:ext>
            </p:extLst>
          </p:nvPr>
        </p:nvGraphicFramePr>
        <p:xfrm>
          <a:off x="1765" y="1588"/>
          <a:ext cx="1764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0" imgW="395" imgH="394" progId="TCLayout.ActiveDocument.1">
                  <p:embed/>
                </p:oleObj>
              </mc:Choice>
              <mc:Fallback>
                <p:oleObj name="think-cell Slide" r:id="rId40" imgW="395" imgH="39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EEDFEA43-E2CD-4A18-93AA-FBEC2DB834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765" y="1588"/>
                        <a:ext cx="1764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4404" y="717550"/>
            <a:ext cx="8851194" cy="379078"/>
          </a:xfrm>
          <a:prstGeom prst="rect">
            <a:avLst/>
          </a:prstGeom>
        </p:spPr>
        <p:txBody>
          <a:bodyPr vert="horz" wrap="square" lIns="0" tIns="12700" rIns="0" bIns="0" rtlCol="0" anchor="t" anchorCtr="0">
            <a:spAutoFit/>
          </a:bodyPr>
          <a:lstStyle/>
          <a:p>
            <a:r>
              <a:rPr lang="en-US" dirty="0"/>
              <a:t>Click here to edit Master 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4404" y="1789113"/>
            <a:ext cx="8851194" cy="305884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2972" y="5356226"/>
            <a:ext cx="2370667" cy="358775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600" b="0">
                <a:solidFill>
                  <a:schemeClr val="accent1"/>
                </a:solidFill>
              </a:defRPr>
            </a:lvl1pPr>
          </a:lstStyle>
          <a:p>
            <a:fld id="{1FA2DF15-5071-454C-8687-89BB3304C35E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49" r:id="rId2"/>
    <p:sldLayoutId id="2147483675" r:id="rId3"/>
    <p:sldLayoutId id="2147483677" r:id="rId4"/>
    <p:sldLayoutId id="2147483679" r:id="rId5"/>
    <p:sldLayoutId id="2147483682" r:id="rId6"/>
    <p:sldLayoutId id="2147483665" r:id="rId7"/>
    <p:sldLayoutId id="2147483689" r:id="rId8"/>
    <p:sldLayoutId id="2147483666" r:id="rId9"/>
    <p:sldLayoutId id="2147483690" r:id="rId10"/>
    <p:sldLayoutId id="2147483662" r:id="rId11"/>
    <p:sldLayoutId id="2147483703" r:id="rId12"/>
    <p:sldLayoutId id="2147483668" r:id="rId13"/>
    <p:sldLayoutId id="2147483691" r:id="rId14"/>
    <p:sldLayoutId id="2147483667" r:id="rId15"/>
    <p:sldLayoutId id="2147483693" r:id="rId16"/>
    <p:sldLayoutId id="2147483660" r:id="rId17"/>
    <p:sldLayoutId id="2147483692" r:id="rId18"/>
    <p:sldLayoutId id="2147483652" r:id="rId19"/>
    <p:sldLayoutId id="2147483694" r:id="rId20"/>
    <p:sldLayoutId id="2147483670" r:id="rId21"/>
    <p:sldLayoutId id="2147483695" r:id="rId22"/>
    <p:sldLayoutId id="2147483650" r:id="rId23"/>
    <p:sldLayoutId id="2147483673" r:id="rId24"/>
    <p:sldLayoutId id="2147483674" r:id="rId25"/>
    <p:sldLayoutId id="2147483669" r:id="rId26"/>
    <p:sldLayoutId id="2147483671" r:id="rId27"/>
    <p:sldLayoutId id="2147483700" r:id="rId28"/>
    <p:sldLayoutId id="2147483663" r:id="rId29"/>
    <p:sldLayoutId id="2147483664" r:id="rId30"/>
    <p:sldLayoutId id="2147483706" r:id="rId31"/>
    <p:sldLayoutId id="2147483704" r:id="rId32"/>
    <p:sldLayoutId id="2147483705" r:id="rId33"/>
    <p:sldLayoutId id="2147483721" r:id="rId34"/>
    <p:sldLayoutId id="2147483722" r:id="rId35"/>
    <p:sldLayoutId id="2147483723" r:id="rId36"/>
    <p:sldLayoutId id="2147483724" r:id="rId37"/>
  </p:sldLayoutIdLst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en-US" sz="2800" b="1" kern="1200" dirty="0" smtClean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0"/>
        </a:spcBef>
        <a:spcAft>
          <a:spcPts val="300"/>
        </a:spcAft>
        <a:buFont typeface="Arial" pitchFamily="34" charset="0"/>
        <a:buNone/>
        <a:defRPr sz="18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179388" indent="-179388" algn="l" defTabSz="914400" rtl="0" eaLnBrk="1" latinLnBrk="0" hangingPunct="1">
        <a:lnSpc>
          <a:spcPct val="90000"/>
        </a:lnSpc>
        <a:spcBef>
          <a:spcPts val="0"/>
        </a:spcBef>
        <a:spcAft>
          <a:spcPts val="200"/>
        </a:spcAft>
        <a:buSzPct val="80000"/>
        <a:buFont typeface="Wingdings" pitchFamily="2" charset="2"/>
        <a:buChar char="§"/>
        <a:defRPr sz="18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360363" indent="-180975" algn="l" defTabSz="914400" rtl="0" eaLnBrk="1" latinLnBrk="0" hangingPunct="1">
        <a:lnSpc>
          <a:spcPct val="90000"/>
        </a:lnSpc>
        <a:spcBef>
          <a:spcPts val="0"/>
        </a:spcBef>
        <a:spcAft>
          <a:spcPts val="200"/>
        </a:spcAft>
        <a:buSzPct val="80000"/>
        <a:buFont typeface="Wingdings" pitchFamily="2" charset="2"/>
        <a:buChar char="§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536575" indent="-180975" algn="l" defTabSz="914400" rtl="0" eaLnBrk="1" latinLnBrk="0" hangingPunct="1">
        <a:lnSpc>
          <a:spcPct val="90000"/>
        </a:lnSpc>
        <a:spcBef>
          <a:spcPts val="0"/>
        </a:spcBef>
        <a:spcAft>
          <a:spcPts val="200"/>
        </a:spcAft>
        <a:buSzPct val="80000"/>
        <a:buFont typeface="Wingdings" pitchFamily="2" charset="2"/>
        <a:buChar char="§"/>
        <a:defRPr sz="18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717550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200"/>
        </a:spcAft>
        <a:buSzPct val="80000"/>
        <a:buFont typeface="Wingdings" pitchFamily="2" charset="2"/>
        <a:buChar char="§"/>
        <a:defRPr sz="18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rtaueveabpmapp1.rta.global/rtapublisher/pages/ee36f0f65ad27f26.htm" TargetMode="External"/><Relationship Id="rId3" Type="http://schemas.openxmlformats.org/officeDocument/2006/relationships/hyperlink" Target="https://rtaueveabpmapp1.rta.global/rtapublisher/pages/6ac485f05ad41495.htm" TargetMode="External"/><Relationship Id="rId7" Type="http://schemas.openxmlformats.org/officeDocument/2006/relationships/hyperlink" Target="https://rtaueveabpmapp1.rta.global/rtapublisher/pages/eb9f16825acf6180.htm" TargetMode="External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Relationship Id="rId6" Type="http://schemas.openxmlformats.org/officeDocument/2006/relationships/hyperlink" Target="https://rtaueveabpmapp1.rta.global/rtapublisher/pages/eb9f037e5acf4b35.htm" TargetMode="External"/><Relationship Id="rId11" Type="http://schemas.openxmlformats.org/officeDocument/2006/relationships/image" Target="../media/image12.png"/><Relationship Id="rId5" Type="http://schemas.openxmlformats.org/officeDocument/2006/relationships/hyperlink" Target="https://rtaueveabpmapp1.rta.global/rtapublisher/pages/d56b28715ad3bcdc.htm" TargetMode="External"/><Relationship Id="rId10" Type="http://schemas.openxmlformats.org/officeDocument/2006/relationships/image" Target="../media/image11.png"/><Relationship Id="rId4" Type="http://schemas.openxmlformats.org/officeDocument/2006/relationships/hyperlink" Target="https://rtaueveabpmapp1.rta.global/rtapublisher/pages/d56b54485ad3e474.htm" TargetMode="External"/><Relationship Id="rId9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3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29.jpeg"/><Relationship Id="rId5" Type="http://schemas.openxmlformats.org/officeDocument/2006/relationships/diagramQuickStyle" Target="../diagrams/quickStyle1.xml"/><Relationship Id="rId15" Type="http://schemas.openxmlformats.org/officeDocument/2006/relationships/image" Target="../media/image33.png"/><Relationship Id="rId10" Type="http://schemas.openxmlformats.org/officeDocument/2006/relationships/image" Target="../media/image28.jpeg"/><Relationship Id="rId4" Type="http://schemas.openxmlformats.org/officeDocument/2006/relationships/diagramLayout" Target="../diagrams/layout1.xml"/><Relationship Id="rId9" Type="http://schemas.openxmlformats.org/officeDocument/2006/relationships/image" Target="../media/image27.jpeg"/><Relationship Id="rId1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40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3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jpe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54.jpeg"/><Relationship Id="rId11" Type="http://schemas.openxmlformats.org/officeDocument/2006/relationships/image" Target="../media/image59.jpe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52.jpeg"/><Relationship Id="rId9" Type="http://schemas.openxmlformats.org/officeDocument/2006/relationships/image" Target="../media/image57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2.xml"/></Relationships>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95BB5-BE61-4C50-870F-698CB29067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Bus Depot Action Plan</a:t>
            </a:r>
            <a:endParaRPr lang="en-A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A75555-A27C-4F37-9263-4D8C684414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CEO Executive Briefing</a:t>
            </a:r>
            <a:endParaRPr lang="en-A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912D4-0961-49C0-98DA-3373642FA7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Jan 2025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106197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DBBEA-BBA3-3935-C857-06566A71B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148" y="179387"/>
            <a:ext cx="8851194" cy="358775"/>
          </a:xfrm>
        </p:spPr>
        <p:txBody>
          <a:bodyPr/>
          <a:lstStyle/>
          <a:p>
            <a:r>
              <a:rPr lang="en-US" dirty="0">
                <a:latin typeface="Dubai" panose="020B0503030403030204" pitchFamily="34" charset="-78"/>
                <a:cs typeface="Dubai" panose="020B0503030403030204" pitchFamily="34" charset="-78"/>
              </a:rPr>
              <a:t>Executive Summary</a:t>
            </a:r>
            <a:endParaRPr lang="en-AE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C3D6DF-745A-7C38-E8A8-43DAEA769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2DF15-5071-454C-8687-89BB3304C35E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69C3EC-690C-A321-E9B0-4175271C0273}"/>
              </a:ext>
            </a:extLst>
          </p:cNvPr>
          <p:cNvSpPr/>
          <p:nvPr/>
        </p:nvSpPr>
        <p:spPr>
          <a:xfrm>
            <a:off x="1933460" y="538162"/>
            <a:ext cx="2523067" cy="1168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Dubai" panose="020B0503030403030204" pitchFamily="34" charset="-78"/>
                <a:cs typeface="Dubai" panose="020B0503030403030204" pitchFamily="34" charset="-78"/>
              </a:rPr>
              <a:t>Overall operational maturity of the section is 40%. The section critically needs to mature for governance and compliance</a:t>
            </a:r>
            <a:endParaRPr lang="en-AE" sz="1400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pic>
        <p:nvPicPr>
          <p:cNvPr id="6" name="Picture 4" descr="Maturity Icon Vector Art, Icons, and Graphics for Free Download">
            <a:extLst>
              <a:ext uri="{FF2B5EF4-FFF2-40B4-BE49-F238E27FC236}">
                <a16:creationId xmlns:a16="http://schemas.microsoft.com/office/drawing/2014/main" id="{7608AF84-4474-4826-21EC-E96E5BD07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385" y="862158"/>
            <a:ext cx="926436" cy="617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AD5CBBC-A8A8-5057-DC04-D0EEDB6DFA2C}"/>
              </a:ext>
            </a:extLst>
          </p:cNvPr>
          <p:cNvSpPr/>
          <p:nvPr/>
        </p:nvSpPr>
        <p:spPr>
          <a:xfrm>
            <a:off x="5836009" y="543322"/>
            <a:ext cx="2523067" cy="1168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Dubai" panose="020B0503030403030204" pitchFamily="34" charset="-78"/>
                <a:cs typeface="Dubai" panose="020B0503030403030204" pitchFamily="34" charset="-78"/>
              </a:rPr>
              <a:t>Non-uniformity and non-standardization between depots can be observed in all aspects like processes; infrastructure and organizational structure</a:t>
            </a:r>
            <a:endParaRPr lang="en-AE" sz="1400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pic>
        <p:nvPicPr>
          <p:cNvPr id="8" name="Picture 6" descr="Standardisation Line Icon 14730449 Vector Art at Vecteezy">
            <a:extLst>
              <a:ext uri="{FF2B5EF4-FFF2-40B4-BE49-F238E27FC236}">
                <a16:creationId xmlns:a16="http://schemas.microsoft.com/office/drawing/2014/main" id="{5754185D-070E-196A-7EFC-38C56806A5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9745" y="661392"/>
            <a:ext cx="723900" cy="72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074E077-9FFA-34AD-E358-6EA44AD5F77D}"/>
              </a:ext>
            </a:extLst>
          </p:cNvPr>
          <p:cNvSpPr txBox="1"/>
          <p:nvPr/>
        </p:nvSpPr>
        <p:spPr>
          <a:xfrm>
            <a:off x="6535213" y="3690223"/>
            <a:ext cx="347203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64</a:t>
            </a:r>
            <a:r>
              <a:rPr lang="en-US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Initiatives for overall development of bus depots</a:t>
            </a:r>
            <a:endParaRPr lang="en-AE" dirty="0">
              <a:solidFill>
                <a:schemeClr val="accent1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23666C-7529-6554-FAC5-45F4E452FD54}"/>
              </a:ext>
            </a:extLst>
          </p:cNvPr>
          <p:cNvSpPr txBox="1"/>
          <p:nvPr/>
        </p:nvSpPr>
        <p:spPr>
          <a:xfrm>
            <a:off x="6535213" y="3102493"/>
            <a:ext cx="34720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9 </a:t>
            </a:r>
            <a:r>
              <a:rPr lang="en-US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focus areas</a:t>
            </a:r>
            <a:endParaRPr lang="en-AE" dirty="0">
              <a:solidFill>
                <a:schemeClr val="accent1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8013E73B-8E55-369A-8F0B-DF70E7A503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2779681"/>
            <a:ext cx="6069874" cy="2073161"/>
          </a:xfrm>
          <a:prstGeom prst="rect">
            <a:avLst/>
          </a:prstGeom>
        </p:spPr>
      </p:pic>
      <p:sp>
        <p:nvSpPr>
          <p:cNvPr id="50" name="Title 1">
            <a:extLst>
              <a:ext uri="{FF2B5EF4-FFF2-40B4-BE49-F238E27FC236}">
                <a16:creationId xmlns:a16="http://schemas.microsoft.com/office/drawing/2014/main" id="{F16C033B-EBC4-92B6-8102-9EFB2B5AB8FD}"/>
              </a:ext>
            </a:extLst>
          </p:cNvPr>
          <p:cNvSpPr txBox="1">
            <a:spLocks/>
          </p:cNvSpPr>
          <p:nvPr/>
        </p:nvSpPr>
        <p:spPr>
          <a:xfrm>
            <a:off x="365760" y="2313673"/>
            <a:ext cx="8851194" cy="358775"/>
          </a:xfrm>
          <a:prstGeom prst="rect">
            <a:avLst/>
          </a:prstGeom>
        </p:spPr>
        <p:txBody>
          <a:bodyPr vert="horz" wrap="square" lIns="0" tIns="1270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2800" b="1" kern="12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Focus Areas</a:t>
            </a:r>
          </a:p>
        </p:txBody>
      </p:sp>
    </p:spTree>
    <p:extLst>
      <p:ext uri="{BB962C8B-B14F-4D97-AF65-F5344CB8AC3E}">
        <p14:creationId xmlns:p14="http://schemas.microsoft.com/office/powerpoint/2010/main" val="667922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5E6E9-571A-6CD3-5809-43E4CD8BB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52AC7-6553-CE38-EEE7-E9D0F8DFB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148" y="179387"/>
            <a:ext cx="8851194" cy="358775"/>
          </a:xfrm>
        </p:spPr>
        <p:txBody>
          <a:bodyPr/>
          <a:lstStyle/>
          <a:p>
            <a:r>
              <a:rPr lang="en-US" dirty="0">
                <a:latin typeface="Dubai" panose="020B0503030403030204" pitchFamily="34" charset="-78"/>
                <a:cs typeface="Dubai" panose="020B0503030403030204" pitchFamily="34" charset="-78"/>
              </a:rPr>
              <a:t>Facts &amp; Figures</a:t>
            </a:r>
            <a:endParaRPr lang="en-AE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5E6899-EB5E-0412-DF92-E96097DCA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2DF15-5071-454C-8687-89BB3304C35E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7CBD851-373D-B430-41BC-021D3F79479B}"/>
              </a:ext>
            </a:extLst>
          </p:cNvPr>
          <p:cNvSpPr/>
          <p:nvPr/>
        </p:nvSpPr>
        <p:spPr>
          <a:xfrm>
            <a:off x="494148" y="661891"/>
            <a:ext cx="2189579" cy="982064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4B899F-7760-7FCE-D597-91DC3DECF863}"/>
              </a:ext>
            </a:extLst>
          </p:cNvPr>
          <p:cNvSpPr txBox="1"/>
          <p:nvPr/>
        </p:nvSpPr>
        <p:spPr>
          <a:xfrm>
            <a:off x="1286107" y="738544"/>
            <a:ext cx="13976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1385 </a:t>
            </a:r>
            <a:endParaRPr lang="en-AE" sz="3200" b="1" dirty="0">
              <a:solidFill>
                <a:schemeClr val="accent1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029392-5481-167B-A2F5-86DEE44C85EC}"/>
              </a:ext>
            </a:extLst>
          </p:cNvPr>
          <p:cNvSpPr txBox="1"/>
          <p:nvPr/>
        </p:nvSpPr>
        <p:spPr>
          <a:xfrm>
            <a:off x="1189314" y="1310352"/>
            <a:ext cx="1566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</a:rPr>
              <a:t>Buses</a:t>
            </a:r>
            <a:endParaRPr lang="en-AE" sz="1400" dirty="0">
              <a:solidFill>
                <a:schemeClr val="accent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6416874-FC5E-0388-8217-3C7CA4B6433C}"/>
              </a:ext>
            </a:extLst>
          </p:cNvPr>
          <p:cNvSpPr/>
          <p:nvPr/>
        </p:nvSpPr>
        <p:spPr>
          <a:xfrm>
            <a:off x="2852989" y="661891"/>
            <a:ext cx="2189579" cy="982064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6EAE58-AFC4-60F4-821D-ECF87547255A}"/>
              </a:ext>
            </a:extLst>
          </p:cNvPr>
          <p:cNvSpPr txBox="1"/>
          <p:nvPr/>
        </p:nvSpPr>
        <p:spPr>
          <a:xfrm>
            <a:off x="3644948" y="738544"/>
            <a:ext cx="13976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32XX</a:t>
            </a:r>
            <a:endParaRPr lang="en-AE" sz="3200" b="1" dirty="0">
              <a:solidFill>
                <a:schemeClr val="accent1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B25298-A340-F18B-248B-8C7EF34B6146}"/>
              </a:ext>
            </a:extLst>
          </p:cNvPr>
          <p:cNvSpPr txBox="1"/>
          <p:nvPr/>
        </p:nvSpPr>
        <p:spPr>
          <a:xfrm>
            <a:off x="3548155" y="1310352"/>
            <a:ext cx="1566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</a:rPr>
              <a:t>Drivers</a:t>
            </a:r>
            <a:endParaRPr lang="en-AE" sz="1400" dirty="0">
              <a:solidFill>
                <a:schemeClr val="accent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19239AA-0CB7-FC53-2725-EDFC79AFD750}"/>
              </a:ext>
            </a:extLst>
          </p:cNvPr>
          <p:cNvSpPr/>
          <p:nvPr/>
        </p:nvSpPr>
        <p:spPr>
          <a:xfrm>
            <a:off x="5208531" y="644508"/>
            <a:ext cx="2189579" cy="982064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62167E-102E-8900-FF23-94DE2915D3B4}"/>
              </a:ext>
            </a:extLst>
          </p:cNvPr>
          <p:cNvSpPr txBox="1"/>
          <p:nvPr/>
        </p:nvSpPr>
        <p:spPr>
          <a:xfrm>
            <a:off x="6000490" y="721161"/>
            <a:ext cx="13976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7 </a:t>
            </a:r>
            <a:endParaRPr lang="en-AE" sz="3200" b="1" dirty="0">
              <a:solidFill>
                <a:schemeClr val="accent1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28897D-3C9B-884E-21D0-49211B81B900}"/>
              </a:ext>
            </a:extLst>
          </p:cNvPr>
          <p:cNvSpPr txBox="1"/>
          <p:nvPr/>
        </p:nvSpPr>
        <p:spPr>
          <a:xfrm>
            <a:off x="5903697" y="1292969"/>
            <a:ext cx="1566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</a:rPr>
              <a:t>Depots</a:t>
            </a:r>
            <a:endParaRPr lang="en-AE" sz="1400" dirty="0">
              <a:solidFill>
                <a:schemeClr val="accent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2C0938D-E059-0B60-40AE-06F6653773AD}"/>
              </a:ext>
            </a:extLst>
          </p:cNvPr>
          <p:cNvSpPr/>
          <p:nvPr/>
        </p:nvSpPr>
        <p:spPr>
          <a:xfrm>
            <a:off x="7564073" y="644508"/>
            <a:ext cx="2189579" cy="982064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7CC44B-54F1-A718-80B7-52F2E6647A73}"/>
              </a:ext>
            </a:extLst>
          </p:cNvPr>
          <p:cNvSpPr txBox="1"/>
          <p:nvPr/>
        </p:nvSpPr>
        <p:spPr>
          <a:xfrm>
            <a:off x="8356032" y="721161"/>
            <a:ext cx="13976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128</a:t>
            </a:r>
            <a:endParaRPr lang="en-AE" sz="3200" b="1" dirty="0">
              <a:solidFill>
                <a:schemeClr val="accent1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5032E5-6C72-C9B2-36B8-75B4068B80E6}"/>
              </a:ext>
            </a:extLst>
          </p:cNvPr>
          <p:cNvSpPr txBox="1"/>
          <p:nvPr/>
        </p:nvSpPr>
        <p:spPr>
          <a:xfrm>
            <a:off x="8259239" y="1292969"/>
            <a:ext cx="1566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</a:rPr>
              <a:t>Employees</a:t>
            </a:r>
            <a:endParaRPr lang="en-AE" sz="1400" dirty="0">
              <a:solidFill>
                <a:schemeClr val="accent1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FF06BD9-7FA2-5A9E-47A8-0C054870F615}"/>
              </a:ext>
            </a:extLst>
          </p:cNvPr>
          <p:cNvSpPr/>
          <p:nvPr/>
        </p:nvSpPr>
        <p:spPr>
          <a:xfrm>
            <a:off x="494149" y="3158470"/>
            <a:ext cx="3150800" cy="2263610"/>
          </a:xfrm>
          <a:prstGeom prst="roundRect">
            <a:avLst>
              <a:gd name="adj" fmla="val 2211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FFD8C6B-2EF3-70A8-2D03-739057D8F113}"/>
              </a:ext>
            </a:extLst>
          </p:cNvPr>
          <p:cNvSpPr/>
          <p:nvPr/>
        </p:nvSpPr>
        <p:spPr>
          <a:xfrm>
            <a:off x="494148" y="3158470"/>
            <a:ext cx="3150800" cy="469271"/>
          </a:xfrm>
          <a:prstGeom prst="roundRect">
            <a:avLst>
              <a:gd name="adj" fmla="val 13564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Projects in the section</a:t>
            </a:r>
            <a:endParaRPr lang="en-AE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4E6CFA9-EEF2-4245-CB99-3395345230A8}"/>
              </a:ext>
            </a:extLst>
          </p:cNvPr>
          <p:cNvSpPr/>
          <p:nvPr/>
        </p:nvSpPr>
        <p:spPr>
          <a:xfrm>
            <a:off x="3804851" y="3166098"/>
            <a:ext cx="3150800" cy="2264853"/>
          </a:xfrm>
          <a:prstGeom prst="roundRect">
            <a:avLst>
              <a:gd name="adj" fmla="val 2211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 </a:t>
            </a:r>
          </a:p>
          <a:p>
            <a:pPr algn="ctr"/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PT.W.3.13</a:t>
            </a: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 - </a:t>
            </a: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Manage Advertisement Material on Buses</a:t>
            </a:r>
            <a:b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</a:b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 </a:t>
            </a: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PT.W.3.18</a:t>
            </a: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 - </a:t>
            </a: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Operate Short Term Rental Notification</a:t>
            </a:r>
            <a:b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</a:b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 </a:t>
            </a: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PT.W.3.5</a:t>
            </a: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 - </a:t>
            </a: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Assign Drivers on Routes &amp; Buses</a:t>
            </a:r>
            <a:b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</a:b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 </a:t>
            </a: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PT.W.3.6</a:t>
            </a: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 - </a:t>
            </a: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Assign and Dispatch Buses on Routes</a:t>
            </a:r>
            <a:b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</a:b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 </a:t>
            </a: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PT.W.3.7</a:t>
            </a: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 - </a:t>
            </a: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Replace of Buses or Drivers During Operation</a:t>
            </a:r>
            <a:b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</a:b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 </a:t>
            </a: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PT.W.3.8</a:t>
            </a: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 - </a:t>
            </a: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Receive and Prepare Buses for Next Shift</a:t>
            </a:r>
            <a:endParaRPr lang="en-AE" sz="1050" dirty="0">
              <a:solidFill>
                <a:schemeClr val="accent1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3C36924-DCBE-7528-AA6E-1D0D61BAEC06}"/>
              </a:ext>
            </a:extLst>
          </p:cNvPr>
          <p:cNvSpPr/>
          <p:nvPr/>
        </p:nvSpPr>
        <p:spPr>
          <a:xfrm>
            <a:off x="3804850" y="3166098"/>
            <a:ext cx="3150800" cy="358775"/>
          </a:xfrm>
          <a:prstGeom prst="roundRect">
            <a:avLst>
              <a:gd name="adj" fmla="val 13564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Dubai" panose="020B0503030403030204" pitchFamily="34" charset="-78"/>
                <a:cs typeface="Dubai" panose="020B0503030403030204" pitchFamily="34" charset="-78"/>
              </a:rPr>
              <a:t>6 Processes</a:t>
            </a:r>
            <a:endParaRPr lang="en-AE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27" name="Rectangle 7">
            <a:extLst>
              <a:ext uri="{FF2B5EF4-FFF2-40B4-BE49-F238E27FC236}">
                <a16:creationId xmlns:a16="http://schemas.microsoft.com/office/drawing/2014/main" id="{E6063540-90C2-8E76-11F1-6391680FB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050" y="2373313"/>
            <a:ext cx="10160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B1667DC-0113-1EBC-378E-8641A818E08B}"/>
              </a:ext>
            </a:extLst>
          </p:cNvPr>
          <p:cNvSpPr/>
          <p:nvPr/>
        </p:nvSpPr>
        <p:spPr>
          <a:xfrm>
            <a:off x="494149" y="1971780"/>
            <a:ext cx="2189579" cy="787001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CAPEX</a:t>
            </a:r>
            <a:endParaRPr lang="en-AE" dirty="0">
              <a:solidFill>
                <a:schemeClr val="accent1"/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DF2C25A-A842-7393-52F1-FD880BA987A4}"/>
              </a:ext>
            </a:extLst>
          </p:cNvPr>
          <p:cNvSpPr/>
          <p:nvPr/>
        </p:nvSpPr>
        <p:spPr>
          <a:xfrm>
            <a:off x="2852988" y="1961487"/>
            <a:ext cx="2189579" cy="787001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OPEX</a:t>
            </a:r>
            <a:endParaRPr lang="en-AE" dirty="0">
              <a:solidFill>
                <a:schemeClr val="accent1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5E12966-7071-5CD2-7F84-11D6D57B9600}"/>
              </a:ext>
            </a:extLst>
          </p:cNvPr>
          <p:cNvSpPr/>
          <p:nvPr/>
        </p:nvSpPr>
        <p:spPr>
          <a:xfrm>
            <a:off x="5281001" y="1971780"/>
            <a:ext cx="2117110" cy="787001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Operational Revenue</a:t>
            </a:r>
            <a:endParaRPr lang="en-AE" dirty="0">
              <a:solidFill>
                <a:schemeClr val="accent1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21CB402-93DB-B11D-994D-72D4144ED5C7}"/>
              </a:ext>
            </a:extLst>
          </p:cNvPr>
          <p:cNvSpPr/>
          <p:nvPr/>
        </p:nvSpPr>
        <p:spPr>
          <a:xfrm>
            <a:off x="7585778" y="1954397"/>
            <a:ext cx="2189579" cy="804384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Operational Cost</a:t>
            </a:r>
            <a:endParaRPr lang="en-AE" dirty="0">
              <a:solidFill>
                <a:schemeClr val="accent1"/>
              </a:soli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3F3DE4F-A07A-AE43-D963-C79204445C29}"/>
              </a:ext>
            </a:extLst>
          </p:cNvPr>
          <p:cNvSpPr/>
          <p:nvPr/>
        </p:nvSpPr>
        <p:spPr>
          <a:xfrm>
            <a:off x="7115553" y="3177697"/>
            <a:ext cx="2808086" cy="2264853"/>
          </a:xfrm>
          <a:prstGeom prst="roundRect">
            <a:avLst>
              <a:gd name="adj" fmla="val 2211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 algn="ctr">
              <a:buAutoNum type="arabicPeriod"/>
            </a:pPr>
            <a:r>
              <a:rPr lang="en-US" sz="110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Bus </a:t>
            </a:r>
            <a:r>
              <a:rPr lang="en-US" sz="1100" dirty="0" err="1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Fuelling</a:t>
            </a:r>
            <a:r>
              <a:rPr lang="en-US" sz="110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and Washing</a:t>
            </a:r>
          </a:p>
          <a:p>
            <a:pPr marL="228600" indent="-228600" algn="ctr">
              <a:buAutoNum type="arabicPeriod"/>
            </a:pPr>
            <a:r>
              <a:rPr lang="en-US" sz="110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Bus Rental</a:t>
            </a:r>
          </a:p>
          <a:p>
            <a:pPr marL="228600" indent="-228600" algn="ctr">
              <a:buAutoNum type="arabicPeriod"/>
            </a:pPr>
            <a:endParaRPr lang="en-AE" sz="1100" dirty="0">
              <a:solidFill>
                <a:schemeClr val="accent1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D65C10C3-17B6-B9D9-04B1-8D9730D4C2AD}"/>
              </a:ext>
            </a:extLst>
          </p:cNvPr>
          <p:cNvSpPr/>
          <p:nvPr/>
        </p:nvSpPr>
        <p:spPr>
          <a:xfrm>
            <a:off x="7115552" y="3177697"/>
            <a:ext cx="2808086" cy="358775"/>
          </a:xfrm>
          <a:prstGeom prst="roundRect">
            <a:avLst>
              <a:gd name="adj" fmla="val 13564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Dubai" panose="020B0503030403030204" pitchFamily="34" charset="-78"/>
                <a:cs typeface="Dubai" panose="020B0503030403030204" pitchFamily="34" charset="-78"/>
              </a:rPr>
              <a:t>Contracts</a:t>
            </a:r>
            <a:endParaRPr lang="en-AE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pic>
        <p:nvPicPr>
          <p:cNvPr id="1026" name="Picture 2" descr="Bus Station Icon Vector Art, Icons, and Graphics for Free ...">
            <a:extLst>
              <a:ext uri="{FF2B5EF4-FFF2-40B4-BE49-F238E27FC236}">
                <a16:creationId xmlns:a16="http://schemas.microsoft.com/office/drawing/2014/main" id="{CE20CB7F-D97A-233F-9BD2-A92955590F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976" y="535625"/>
            <a:ext cx="1141346" cy="1141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BD5E45-52EB-B1E1-A1FC-913E25FDEA64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505012" y="783754"/>
            <a:ext cx="652431" cy="6524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4BF7AF-D309-DFB2-26BD-C86BCAE7EA1A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039757" y="730211"/>
            <a:ext cx="736405" cy="7364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5D717D9-B414-00C4-8DBD-B529C0DD5754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779056" y="753418"/>
            <a:ext cx="729343" cy="729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311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32D08-FA03-CDB2-9111-894A6A45E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82BB5-B9FD-7404-25B5-C3A24BC36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148" y="179387"/>
            <a:ext cx="8851194" cy="358775"/>
          </a:xfrm>
        </p:spPr>
        <p:txBody>
          <a:bodyPr/>
          <a:lstStyle/>
          <a:p>
            <a:r>
              <a:rPr lang="en-US" dirty="0">
                <a:latin typeface="Dubai" panose="020B0503030403030204" pitchFamily="34" charset="-78"/>
                <a:cs typeface="Dubai" panose="020B0503030403030204" pitchFamily="34" charset="-78"/>
              </a:rPr>
              <a:t>KPI Performance (2025-YTD)</a:t>
            </a:r>
            <a:endParaRPr lang="en-AE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70B8EA-D03C-D300-066D-D143969BB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2DF15-5071-454C-8687-89BB3304C35E}" type="slidenum">
              <a:rPr lang="en-GB" smtClean="0"/>
              <a:pPr/>
              <a:t>5</a:t>
            </a:fld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0E0303-7052-4656-9761-2F7C1176D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642" y="2028774"/>
            <a:ext cx="4994862" cy="2219240"/>
          </a:xfrm>
          <a:prstGeom prst="rect">
            <a:avLst/>
          </a:prstGeom>
          <a:ln>
            <a:solidFill>
              <a:srgbClr val="242B23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2" descr="Kilometer - Free signaling icons">
            <a:extLst>
              <a:ext uri="{FF2B5EF4-FFF2-40B4-BE49-F238E27FC236}">
                <a16:creationId xmlns:a16="http://schemas.microsoft.com/office/drawing/2014/main" id="{EB3B40E0-0A13-3BCB-0FE6-F89F5B380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046" y="654112"/>
            <a:ext cx="804333" cy="804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3B24B4-7B85-64B3-30F4-589E703D0721}"/>
              </a:ext>
            </a:extLst>
          </p:cNvPr>
          <p:cNvSpPr txBox="1"/>
          <p:nvPr/>
        </p:nvSpPr>
        <p:spPr>
          <a:xfrm>
            <a:off x="801375" y="587402"/>
            <a:ext cx="24244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110 Million</a:t>
            </a:r>
            <a:endParaRPr lang="en-AE" sz="3200" b="1" dirty="0">
              <a:solidFill>
                <a:schemeClr val="accent1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8F130A-AE49-BF06-3AB1-4B12500B18B5}"/>
              </a:ext>
            </a:extLst>
          </p:cNvPr>
          <p:cNvSpPr txBox="1"/>
          <p:nvPr/>
        </p:nvSpPr>
        <p:spPr>
          <a:xfrm>
            <a:off x="646778" y="1159210"/>
            <a:ext cx="2718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</a:rPr>
              <a:t>Total Driven kms</a:t>
            </a:r>
            <a:endParaRPr lang="en-AE" sz="1400" dirty="0">
              <a:solidFill>
                <a:schemeClr val="accent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F07113-7EB1-338A-3F39-3CA667C40B19}"/>
              </a:ext>
            </a:extLst>
          </p:cNvPr>
          <p:cNvSpPr txBox="1"/>
          <p:nvPr/>
        </p:nvSpPr>
        <p:spPr>
          <a:xfrm>
            <a:off x="3941738" y="611326"/>
            <a:ext cx="24244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4 Million</a:t>
            </a:r>
            <a:endParaRPr lang="en-AE" sz="3200" b="1" dirty="0">
              <a:solidFill>
                <a:schemeClr val="accent1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E6F2C8-0DE0-DDDD-5E65-7CEA387DAE06}"/>
              </a:ext>
            </a:extLst>
          </p:cNvPr>
          <p:cNvSpPr txBox="1"/>
          <p:nvPr/>
        </p:nvSpPr>
        <p:spPr>
          <a:xfrm>
            <a:off x="3810530" y="1198877"/>
            <a:ext cx="2718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</a:rPr>
              <a:t>Total Trips</a:t>
            </a:r>
            <a:endParaRPr lang="en-AE" sz="1400" dirty="0">
              <a:solidFill>
                <a:schemeClr val="accent1"/>
              </a:solidFill>
            </a:endParaRPr>
          </a:p>
        </p:txBody>
      </p:sp>
      <p:pic>
        <p:nvPicPr>
          <p:cNvPr id="14" name="Picture 2" descr="26,900+ Road Trip Icon Stock Illustrations, Royalty-Free ...">
            <a:extLst>
              <a:ext uri="{FF2B5EF4-FFF2-40B4-BE49-F238E27FC236}">
                <a16:creationId xmlns:a16="http://schemas.microsoft.com/office/drawing/2014/main" id="{8F6B78C7-ADCC-086B-5D7F-6B5DF73EC2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6260" y="670703"/>
            <a:ext cx="710257" cy="710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People Icon Images – Browse 8,646,355 Stock Photos, Vectors ...">
            <a:extLst>
              <a:ext uri="{FF2B5EF4-FFF2-40B4-BE49-F238E27FC236}">
                <a16:creationId xmlns:a16="http://schemas.microsoft.com/office/drawing/2014/main" id="{7A3C7C07-DE5F-1C1D-60D4-F8D9B119FC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6800" y="856283"/>
            <a:ext cx="795056" cy="595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34E2419-8652-1580-D847-A3E1FFCD720E}"/>
              </a:ext>
            </a:extLst>
          </p:cNvPr>
          <p:cNvSpPr txBox="1"/>
          <p:nvPr/>
        </p:nvSpPr>
        <p:spPr>
          <a:xfrm>
            <a:off x="7055798" y="663802"/>
            <a:ext cx="24299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161 Million</a:t>
            </a:r>
            <a:endParaRPr lang="en-AE" sz="3200" b="1" dirty="0">
              <a:solidFill>
                <a:schemeClr val="accent1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39233B-190F-6B05-997C-40FEC8534AE9}"/>
              </a:ext>
            </a:extLst>
          </p:cNvPr>
          <p:cNvSpPr txBox="1"/>
          <p:nvPr/>
        </p:nvSpPr>
        <p:spPr>
          <a:xfrm>
            <a:off x="6911744" y="1180353"/>
            <a:ext cx="2718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</a:rPr>
              <a:t>Passengers</a:t>
            </a:r>
            <a:endParaRPr lang="en-AE" sz="1400" dirty="0">
              <a:solidFill>
                <a:schemeClr val="accent1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1D834D33-DE50-6229-F120-2A0C46ED5D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5485916"/>
              </p:ext>
            </p:extLst>
          </p:nvPr>
        </p:nvGraphicFramePr>
        <p:xfrm>
          <a:off x="5844618" y="2476679"/>
          <a:ext cx="4265210" cy="28279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32605">
                  <a:extLst>
                    <a:ext uri="{9D8B030D-6E8A-4147-A177-3AD203B41FA5}">
                      <a16:colId xmlns:a16="http://schemas.microsoft.com/office/drawing/2014/main" val="24767569"/>
                    </a:ext>
                  </a:extLst>
                </a:gridCol>
                <a:gridCol w="2132605">
                  <a:extLst>
                    <a:ext uri="{9D8B030D-6E8A-4147-A177-3AD203B41FA5}">
                      <a16:colId xmlns:a16="http://schemas.microsoft.com/office/drawing/2014/main" val="3553260582"/>
                    </a:ext>
                  </a:extLst>
                </a:gridCol>
              </a:tblGrid>
              <a:tr h="300148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accent1"/>
                          </a:solidFill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KPI</a:t>
                      </a:r>
                      <a:endParaRPr lang="en-AE" sz="1100" dirty="0">
                        <a:solidFill>
                          <a:schemeClr val="accent1"/>
                        </a:solidFill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accent1"/>
                          </a:solidFill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Performance Summary (2025)</a:t>
                      </a:r>
                      <a:endParaRPr lang="en-AE" sz="1100" dirty="0">
                        <a:solidFill>
                          <a:schemeClr val="accent1"/>
                        </a:solidFill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9928645"/>
                  </a:ext>
                </a:extLst>
              </a:tr>
              <a:tr h="300148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accent1"/>
                          </a:solidFill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Delay Log-in</a:t>
                      </a:r>
                      <a:endParaRPr lang="en-AE" sz="1100" dirty="0">
                        <a:solidFill>
                          <a:schemeClr val="accent1"/>
                        </a:solidFill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E" sz="1100" dirty="0">
                        <a:solidFill>
                          <a:schemeClr val="accent1"/>
                        </a:solidFill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0904279"/>
                  </a:ext>
                </a:extLst>
              </a:tr>
              <a:tr h="300148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accent1"/>
                          </a:solidFill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Bus Depot Gate Departure</a:t>
                      </a:r>
                      <a:endParaRPr lang="en-AE" sz="1100" dirty="0">
                        <a:solidFill>
                          <a:schemeClr val="accent1"/>
                        </a:solidFill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E" sz="1100" dirty="0">
                        <a:solidFill>
                          <a:schemeClr val="accent1"/>
                        </a:solidFill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6805557"/>
                  </a:ext>
                </a:extLst>
              </a:tr>
              <a:tr h="300148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accent1"/>
                          </a:solidFill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Bus Accident Rate (Declarable red accidents)</a:t>
                      </a:r>
                      <a:endParaRPr lang="en-AE" sz="1100" dirty="0">
                        <a:solidFill>
                          <a:schemeClr val="accent1"/>
                        </a:solidFill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E" sz="1100" dirty="0">
                        <a:solidFill>
                          <a:schemeClr val="accent1"/>
                        </a:solidFill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1138844"/>
                  </a:ext>
                </a:extLst>
              </a:tr>
              <a:tr h="300148">
                <a:tc gridSpan="2"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accent1"/>
                          </a:solidFill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* Red accidents are still being reported</a:t>
                      </a:r>
                      <a:endParaRPr lang="en-AE" sz="1100" dirty="0">
                        <a:solidFill>
                          <a:schemeClr val="accent1"/>
                        </a:solidFill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E" sz="1100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365763"/>
                  </a:ext>
                </a:extLst>
              </a:tr>
              <a:tr h="300148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accent1"/>
                          </a:solidFill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Accident injury rate</a:t>
                      </a:r>
                      <a:endParaRPr lang="en-AE" sz="1100" dirty="0">
                        <a:solidFill>
                          <a:schemeClr val="accent1"/>
                        </a:solidFill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E" sz="1100" dirty="0">
                        <a:solidFill>
                          <a:schemeClr val="accent1"/>
                        </a:solidFill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7045963"/>
                  </a:ext>
                </a:extLst>
              </a:tr>
              <a:tr h="300148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accent1"/>
                          </a:solidFill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Accident fatality rate</a:t>
                      </a:r>
                      <a:endParaRPr lang="en-AE" sz="1100" dirty="0">
                        <a:solidFill>
                          <a:schemeClr val="accent1"/>
                        </a:solidFill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E" sz="1100" dirty="0">
                        <a:solidFill>
                          <a:schemeClr val="accent1"/>
                        </a:solidFill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1440156"/>
                  </a:ext>
                </a:extLst>
              </a:tr>
              <a:tr h="300148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accent1"/>
                          </a:solidFill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Bus passenger complaint rate</a:t>
                      </a:r>
                      <a:endParaRPr lang="en-AE" sz="1100" dirty="0">
                        <a:solidFill>
                          <a:schemeClr val="accent1"/>
                        </a:solidFill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E" sz="1100" dirty="0">
                        <a:solidFill>
                          <a:schemeClr val="accent1"/>
                        </a:solidFill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415552"/>
                  </a:ext>
                </a:extLst>
              </a:tr>
              <a:tr h="300148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accent1"/>
                          </a:solidFill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Bus replacement ratio</a:t>
                      </a:r>
                      <a:endParaRPr lang="en-AE" sz="1100" dirty="0">
                        <a:solidFill>
                          <a:schemeClr val="accent1"/>
                        </a:solidFill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E" sz="1100" dirty="0">
                        <a:solidFill>
                          <a:schemeClr val="accent1"/>
                        </a:solidFill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6809825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AE75EEFA-C009-62BD-6A17-512576BA08B8}"/>
              </a:ext>
            </a:extLst>
          </p:cNvPr>
          <p:cNvSpPr txBox="1"/>
          <p:nvPr/>
        </p:nvSpPr>
        <p:spPr>
          <a:xfrm>
            <a:off x="5780146" y="2109525"/>
            <a:ext cx="42652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KPI Performance of the section</a:t>
            </a:r>
            <a:endParaRPr lang="en-AE" sz="1400" b="1" dirty="0">
              <a:solidFill>
                <a:schemeClr val="accent1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893F1F-E72D-4C21-24D0-D457EA08C16A}"/>
              </a:ext>
            </a:extLst>
          </p:cNvPr>
          <p:cNvSpPr txBox="1"/>
          <p:nvPr/>
        </p:nvSpPr>
        <p:spPr>
          <a:xfrm>
            <a:off x="209534" y="4460723"/>
            <a:ext cx="557061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Majority of KPIs (department and agency level) are achieved consistently.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However, certain indicators need to be improved, and new indicators need to be added which attribute to HSE, Passengers, contract management </a:t>
            </a:r>
            <a:r>
              <a:rPr lang="en-US" sz="1400" b="1" dirty="0" err="1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etc</a:t>
            </a:r>
            <a:endParaRPr lang="en-US" sz="1400" b="1" dirty="0">
              <a:solidFill>
                <a:schemeClr val="accent1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D740C42-BE25-D357-84EA-BEE7F515801F}"/>
              </a:ext>
            </a:extLst>
          </p:cNvPr>
          <p:cNvSpPr/>
          <p:nvPr/>
        </p:nvSpPr>
        <p:spPr>
          <a:xfrm>
            <a:off x="209534" y="565247"/>
            <a:ext cx="2978631" cy="982064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0EF914B-4F1C-32F5-FDD2-1D83DEEE9019}"/>
              </a:ext>
            </a:extLst>
          </p:cNvPr>
          <p:cNvSpPr/>
          <p:nvPr/>
        </p:nvSpPr>
        <p:spPr>
          <a:xfrm>
            <a:off x="3374863" y="564546"/>
            <a:ext cx="2978631" cy="985978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99AE533-97BC-E511-E6F3-9A16B2399463}"/>
              </a:ext>
            </a:extLst>
          </p:cNvPr>
          <p:cNvSpPr/>
          <p:nvPr/>
        </p:nvSpPr>
        <p:spPr>
          <a:xfrm>
            <a:off x="6442763" y="564547"/>
            <a:ext cx="2978631" cy="985978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FBBA8E-A612-4A0A-86AC-D5678EF2DFA7}"/>
              </a:ext>
            </a:extLst>
          </p:cNvPr>
          <p:cNvSpPr txBox="1"/>
          <p:nvPr/>
        </p:nvSpPr>
        <p:spPr>
          <a:xfrm>
            <a:off x="301642" y="1670213"/>
            <a:ext cx="42652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Depot Performance Index </a:t>
            </a:r>
            <a:endParaRPr lang="en-AE" sz="1400" b="1" dirty="0">
              <a:solidFill>
                <a:schemeClr val="accent1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202894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AE032D-6B35-4621-179B-74197894F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2DF15-5071-454C-8687-89BB3304C35E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E664A19-B06E-3CDA-6271-D2AE90891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148" y="179387"/>
            <a:ext cx="8851194" cy="358775"/>
          </a:xfrm>
        </p:spPr>
        <p:txBody>
          <a:bodyPr/>
          <a:lstStyle/>
          <a:p>
            <a:r>
              <a:rPr lang="en-US" sz="2400" dirty="0">
                <a:latin typeface="Dubai" panose="020B0503030403030204" pitchFamily="34" charset="-78"/>
                <a:cs typeface="Dubai" panose="020B0503030403030204" pitchFamily="34" charset="-78"/>
              </a:rPr>
              <a:t>Maturity of Bus Depots (Framework- Where do we stand?)</a:t>
            </a:r>
            <a:endParaRPr lang="en-AE" sz="2400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72CA059-1C56-4EB1-6B90-91801F84AD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0419937"/>
              </p:ext>
            </p:extLst>
          </p:nvPr>
        </p:nvGraphicFramePr>
        <p:xfrm>
          <a:off x="494146" y="603316"/>
          <a:ext cx="8574439" cy="4293533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285555">
                  <a:extLst>
                    <a:ext uri="{9D8B030D-6E8A-4147-A177-3AD203B41FA5}">
                      <a16:colId xmlns:a16="http://schemas.microsoft.com/office/drawing/2014/main" val="236223597"/>
                    </a:ext>
                  </a:extLst>
                </a:gridCol>
                <a:gridCol w="1404726">
                  <a:extLst>
                    <a:ext uri="{9D8B030D-6E8A-4147-A177-3AD203B41FA5}">
                      <a16:colId xmlns:a16="http://schemas.microsoft.com/office/drawing/2014/main" val="1775622447"/>
                    </a:ext>
                  </a:extLst>
                </a:gridCol>
                <a:gridCol w="4884158">
                  <a:extLst>
                    <a:ext uri="{9D8B030D-6E8A-4147-A177-3AD203B41FA5}">
                      <a16:colId xmlns:a16="http://schemas.microsoft.com/office/drawing/2014/main" val="402701859"/>
                    </a:ext>
                  </a:extLst>
                </a:gridCol>
              </a:tblGrid>
              <a:tr h="256789"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 dirty="0">
                          <a:solidFill>
                            <a:schemeClr val="bg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Dimension 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 dirty="0">
                          <a:solidFill>
                            <a:schemeClr val="bg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Score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Remarks</a:t>
                      </a:r>
                    </a:p>
                  </a:txBody>
                  <a:tcPr marL="14778" marR="1232" marT="1232" marB="0"/>
                </a:tc>
                <a:extLst>
                  <a:ext uri="{0D108BD9-81ED-4DB2-BD59-A6C34878D82A}">
                    <a16:rowId xmlns:a16="http://schemas.microsoft.com/office/drawing/2014/main" val="3947880673"/>
                  </a:ext>
                </a:extLst>
              </a:tr>
              <a:tr h="60819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 dirty="0">
                          <a:solidFill>
                            <a:schemeClr val="bg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Processes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2.5</a:t>
                      </a:r>
                      <a:endParaRPr lang="en-AE" sz="1100" b="1" i="0" u="none" strike="noStrike" dirty="0">
                        <a:solidFill>
                          <a:schemeClr val="accent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Critical processes are documented which is very basic using flowcharts</a:t>
                      </a:r>
                    </a:p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No defined mechanism to evaluate the process adherence</a:t>
                      </a:r>
                    </a:p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Processes are linked to KPIs; However, not controlled or stagnant</a:t>
                      </a:r>
                      <a:endParaRPr lang="en-AE" sz="1100" b="0" i="0" u="none" strike="noStrike" dirty="0">
                        <a:solidFill>
                          <a:schemeClr val="accent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/>
                </a:tc>
                <a:extLst>
                  <a:ext uri="{0D108BD9-81ED-4DB2-BD59-A6C34878D82A}">
                    <a16:rowId xmlns:a16="http://schemas.microsoft.com/office/drawing/2014/main" val="906149682"/>
                  </a:ext>
                </a:extLst>
              </a:tr>
              <a:tr h="911729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 dirty="0">
                          <a:solidFill>
                            <a:schemeClr val="bg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Technology &amp; Automation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2</a:t>
                      </a:r>
                      <a:endParaRPr lang="en-AE" sz="1100" b="1" i="0" u="none" strike="noStrike" dirty="0">
                        <a:solidFill>
                          <a:schemeClr val="accent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Disintegrated systems which require manual data correlation</a:t>
                      </a:r>
                    </a:p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Some level of automation in routine tasks however at the level of POCs</a:t>
                      </a:r>
                    </a:p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Minimal intervention using AI and predictive systems</a:t>
                      </a:r>
                    </a:p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Manual data entry exists for few systems</a:t>
                      </a:r>
                    </a:p>
                  </a:txBody>
                  <a:tcPr marL="14778" marR="1232" marT="1232" marB="0"/>
                </a:tc>
                <a:extLst>
                  <a:ext uri="{0D108BD9-81ED-4DB2-BD59-A6C34878D82A}">
                    <a16:rowId xmlns:a16="http://schemas.microsoft.com/office/drawing/2014/main" val="1207692108"/>
                  </a:ext>
                </a:extLst>
              </a:tr>
              <a:tr h="686086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 dirty="0">
                          <a:solidFill>
                            <a:schemeClr val="bg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Data &amp; Metrics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3</a:t>
                      </a:r>
                      <a:endParaRPr lang="en-AE" sz="1100" b="1" i="0" u="none" strike="noStrike" dirty="0">
                        <a:solidFill>
                          <a:schemeClr val="accent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Data driven decision making is practiced. However, not uniform across all depots</a:t>
                      </a:r>
                    </a:p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AE" sz="1100" b="0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All operational units track KPIs consistently</a:t>
                      </a:r>
                    </a:p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AE" sz="1100" b="0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New KPIs need to be developed; Data accuracy is still an issue with manual entries</a:t>
                      </a:r>
                    </a:p>
                  </a:txBody>
                  <a:tcPr marL="14778" marR="1232" marT="1232" marB="0"/>
                </a:tc>
                <a:extLst>
                  <a:ext uri="{0D108BD9-81ED-4DB2-BD59-A6C34878D82A}">
                    <a16:rowId xmlns:a16="http://schemas.microsoft.com/office/drawing/2014/main" val="102589019"/>
                  </a:ext>
                </a:extLst>
              </a:tr>
              <a:tr h="759959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 dirty="0">
                          <a:solidFill>
                            <a:schemeClr val="bg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Organization &amp; Culture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2</a:t>
                      </a:r>
                      <a:endParaRPr lang="en-AE" sz="1100" b="1" i="0" u="none" strike="noStrike" dirty="0">
                        <a:solidFill>
                          <a:schemeClr val="accent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Majority of staff have received basic foundational trainings</a:t>
                      </a:r>
                    </a:p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Team is effectively working for cross functional responsibilities</a:t>
                      </a:r>
                    </a:p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Role clarity and accountability is poor in section</a:t>
                      </a:r>
                    </a:p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Staff retention is good; However, engagement with management is still limited</a:t>
                      </a:r>
                    </a:p>
                  </a:txBody>
                  <a:tcPr marL="14778" marR="1232" marT="1232" marB="0"/>
                </a:tc>
                <a:extLst>
                  <a:ext uri="{0D108BD9-81ED-4DB2-BD59-A6C34878D82A}">
                    <a16:rowId xmlns:a16="http://schemas.microsoft.com/office/drawing/2014/main" val="3635003472"/>
                  </a:ext>
                </a:extLst>
              </a:tr>
              <a:tr h="53539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 dirty="0">
                          <a:solidFill>
                            <a:schemeClr val="bg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Governance &amp; Compliance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1</a:t>
                      </a:r>
                      <a:endParaRPr lang="en-AE" sz="1100" b="1" i="0" u="none" strike="noStrike" dirty="0">
                        <a:solidFill>
                          <a:schemeClr val="accent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No clarity in compliance on operational policies, SOPs, </a:t>
                      </a:r>
                      <a:r>
                        <a:rPr lang="en-US" sz="1100" b="0" i="0" u="none" strike="noStrike" dirty="0" err="1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etc</a:t>
                      </a:r>
                      <a:endParaRPr lang="en-US" sz="1100" b="0" i="0" u="none" strike="noStrike" dirty="0">
                        <a:solidFill>
                          <a:schemeClr val="accent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No</a:t>
                      </a:r>
                      <a:r>
                        <a:rPr lang="en-AE" sz="1100" b="0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 ownership exist in individual unit for policies: </a:t>
                      </a:r>
                      <a:r>
                        <a:rPr lang="en-US" sz="1100" b="0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Basic</a:t>
                      </a:r>
                      <a:r>
                        <a:rPr lang="en-AE" sz="1100" b="0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 performance on SOP/SLA Compliances</a:t>
                      </a:r>
                    </a:p>
                  </a:txBody>
                  <a:tcPr marL="14778" marR="1232" marT="1232" marB="0"/>
                </a:tc>
                <a:extLst>
                  <a:ext uri="{0D108BD9-81ED-4DB2-BD59-A6C34878D82A}">
                    <a16:rowId xmlns:a16="http://schemas.microsoft.com/office/drawing/2014/main" val="538957344"/>
                  </a:ext>
                </a:extLst>
              </a:tr>
              <a:tr h="53539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 dirty="0">
                          <a:solidFill>
                            <a:schemeClr val="bg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Risk Management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2</a:t>
                      </a:r>
                      <a:endParaRPr lang="en-AE" sz="1100" b="1" i="0" u="none" strike="noStrike" dirty="0">
                        <a:solidFill>
                          <a:schemeClr val="accent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A combination of reactive incident response rate and identified risk document. Some risks are identified, mitigated and managed. However, for rest of the risks- its more of reactive</a:t>
                      </a:r>
                      <a:endParaRPr lang="en-AE" sz="1100" b="0" i="0" u="none" strike="noStrike" dirty="0">
                        <a:solidFill>
                          <a:schemeClr val="accent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/>
                </a:tc>
                <a:extLst>
                  <a:ext uri="{0D108BD9-81ED-4DB2-BD59-A6C34878D82A}">
                    <a16:rowId xmlns:a16="http://schemas.microsoft.com/office/drawing/2014/main" val="1511142819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5D3B424A-A1C1-48D8-0EE5-32CBB2D30EC1}"/>
              </a:ext>
            </a:extLst>
          </p:cNvPr>
          <p:cNvSpPr/>
          <p:nvPr/>
        </p:nvSpPr>
        <p:spPr>
          <a:xfrm>
            <a:off x="494146" y="4896848"/>
            <a:ext cx="8574437" cy="728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Dubai" panose="020B0503030403030204" pitchFamily="34" charset="-78"/>
                <a:cs typeface="Dubai" panose="020B0503030403030204" pitchFamily="34" charset="-78"/>
              </a:rPr>
              <a:t>Overall maturity score: </a:t>
            </a:r>
            <a:r>
              <a:rPr lang="en-US" dirty="0">
                <a:latin typeface="Dubai" panose="020B0503030403030204" pitchFamily="34" charset="-78"/>
                <a:cs typeface="Dubai" panose="020B0503030403030204" pitchFamily="34" charset="-78"/>
              </a:rPr>
              <a:t>40%</a:t>
            </a:r>
            <a:r>
              <a:rPr lang="en-US" b="1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endParaRPr lang="en-AE" b="1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198380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3AE43-E461-CCF7-E8E1-F4E6C4290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4B934-A27C-457F-E8A1-798A61CBC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396" y="226663"/>
            <a:ext cx="8851194" cy="358775"/>
          </a:xfrm>
        </p:spPr>
        <p:txBody>
          <a:bodyPr/>
          <a:lstStyle/>
          <a:p>
            <a:r>
              <a:rPr lang="en-US" dirty="0"/>
              <a:t>Focus Areas</a:t>
            </a:r>
            <a:endParaRPr lang="en-A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128485-2C0E-D2C5-76CD-AE2741D78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59805" y="5234119"/>
            <a:ext cx="2370667" cy="358775"/>
          </a:xfrm>
        </p:spPr>
        <p:txBody>
          <a:bodyPr/>
          <a:lstStyle/>
          <a:p>
            <a:fld id="{1FA2DF15-5071-454C-8687-89BB3304C35E}" type="slidenum">
              <a:rPr lang="en-GB" smtClean="0"/>
              <a:pPr/>
              <a:t>12</a:t>
            </a:fld>
            <a:endParaRPr lang="en-GB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EB71CF11-8EA2-2F0E-B6AB-A93B3BAFEB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2589041"/>
              </p:ext>
            </p:extLst>
          </p:nvPr>
        </p:nvGraphicFramePr>
        <p:xfrm>
          <a:off x="129527" y="1153328"/>
          <a:ext cx="9900945" cy="31684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735FDE0-D7BB-256A-3DA4-61F814A29EAC}"/>
              </a:ext>
            </a:extLst>
          </p:cNvPr>
          <p:cNvCxnSpPr/>
          <p:nvPr/>
        </p:nvCxnSpPr>
        <p:spPr>
          <a:xfrm>
            <a:off x="356022" y="3118585"/>
            <a:ext cx="0" cy="7892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A2284E2F-A7C2-11F2-67DD-41AEB2EC9604}"/>
              </a:ext>
            </a:extLst>
          </p:cNvPr>
          <p:cNvSpPr/>
          <p:nvPr/>
        </p:nvSpPr>
        <p:spPr>
          <a:xfrm>
            <a:off x="221268" y="3845292"/>
            <a:ext cx="269507" cy="2695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9039B4-F610-DDC9-6484-AA35C99410CC}"/>
              </a:ext>
            </a:extLst>
          </p:cNvPr>
          <p:cNvSpPr txBox="1"/>
          <p:nvPr/>
        </p:nvSpPr>
        <p:spPr>
          <a:xfrm>
            <a:off x="490775" y="3836264"/>
            <a:ext cx="16749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People Management</a:t>
            </a:r>
            <a:endParaRPr lang="en-AE" sz="1200" b="1" dirty="0">
              <a:solidFill>
                <a:schemeClr val="accent1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F0F7601-539C-FE74-8B7E-6DA7AC8A6AFD}"/>
              </a:ext>
            </a:extLst>
          </p:cNvPr>
          <p:cNvCxnSpPr/>
          <p:nvPr/>
        </p:nvCxnSpPr>
        <p:spPr>
          <a:xfrm>
            <a:off x="1560693" y="1603152"/>
            <a:ext cx="0" cy="7892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50D6DCD7-5DD6-5A90-40A7-CD1B835CB4D9}"/>
              </a:ext>
            </a:extLst>
          </p:cNvPr>
          <p:cNvSpPr/>
          <p:nvPr/>
        </p:nvSpPr>
        <p:spPr>
          <a:xfrm>
            <a:off x="1425939" y="1490909"/>
            <a:ext cx="269507" cy="2695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2142C1-0CDA-4C4E-96B8-F21728CF2ACB}"/>
              </a:ext>
            </a:extLst>
          </p:cNvPr>
          <p:cNvSpPr txBox="1"/>
          <p:nvPr/>
        </p:nvSpPr>
        <p:spPr>
          <a:xfrm>
            <a:off x="1721007" y="1325249"/>
            <a:ext cx="1407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Service Efficiency</a:t>
            </a:r>
            <a:endParaRPr lang="en-AE" sz="1200" b="1" dirty="0">
              <a:solidFill>
                <a:schemeClr val="accent1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4831C80-DD99-EC02-B2E6-D1744C94B8D7}"/>
              </a:ext>
            </a:extLst>
          </p:cNvPr>
          <p:cNvCxnSpPr/>
          <p:nvPr/>
        </p:nvCxnSpPr>
        <p:spPr>
          <a:xfrm>
            <a:off x="2687289" y="3055855"/>
            <a:ext cx="0" cy="7892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2913AADB-9B00-4D54-5E48-DF1897EB08A5}"/>
              </a:ext>
            </a:extLst>
          </p:cNvPr>
          <p:cNvSpPr/>
          <p:nvPr/>
        </p:nvSpPr>
        <p:spPr>
          <a:xfrm>
            <a:off x="2552535" y="3782562"/>
            <a:ext cx="269507" cy="2695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414D75-36F6-336F-D157-C61D125E3000}"/>
              </a:ext>
            </a:extLst>
          </p:cNvPr>
          <p:cNvSpPr txBox="1"/>
          <p:nvPr/>
        </p:nvSpPr>
        <p:spPr>
          <a:xfrm>
            <a:off x="2805631" y="3662197"/>
            <a:ext cx="1407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Operational Transformation</a:t>
            </a:r>
            <a:endParaRPr lang="en-AE" sz="1200" b="1" dirty="0">
              <a:solidFill>
                <a:schemeClr val="accent1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7992663-BFB8-F9C8-CCE8-467E5FB59CA7}"/>
              </a:ext>
            </a:extLst>
          </p:cNvPr>
          <p:cNvCxnSpPr/>
          <p:nvPr/>
        </p:nvCxnSpPr>
        <p:spPr>
          <a:xfrm>
            <a:off x="3877112" y="1633930"/>
            <a:ext cx="0" cy="7892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8AD42E4C-ADB3-80F3-0D4F-1DBC7DBAA7CF}"/>
              </a:ext>
            </a:extLst>
          </p:cNvPr>
          <p:cNvSpPr/>
          <p:nvPr/>
        </p:nvSpPr>
        <p:spPr>
          <a:xfrm>
            <a:off x="3742358" y="1521687"/>
            <a:ext cx="269507" cy="2695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1D6237-F4A6-36E1-1679-BDA7FFF039B2}"/>
              </a:ext>
            </a:extLst>
          </p:cNvPr>
          <p:cNvSpPr txBox="1"/>
          <p:nvPr/>
        </p:nvSpPr>
        <p:spPr>
          <a:xfrm>
            <a:off x="4063734" y="1352705"/>
            <a:ext cx="1407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Financial Performance</a:t>
            </a:r>
            <a:endParaRPr lang="en-AE" sz="1200" b="1" dirty="0">
              <a:solidFill>
                <a:schemeClr val="accent1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CA8E167-B8DA-A855-A2DA-230594992261}"/>
              </a:ext>
            </a:extLst>
          </p:cNvPr>
          <p:cNvCxnSpPr/>
          <p:nvPr/>
        </p:nvCxnSpPr>
        <p:spPr>
          <a:xfrm>
            <a:off x="6810051" y="3097787"/>
            <a:ext cx="0" cy="7892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E54A4AF4-411C-38FC-26E2-FFD080142740}"/>
              </a:ext>
            </a:extLst>
          </p:cNvPr>
          <p:cNvSpPr/>
          <p:nvPr/>
        </p:nvSpPr>
        <p:spPr>
          <a:xfrm>
            <a:off x="6675297" y="3824494"/>
            <a:ext cx="269507" cy="2695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92E074-1F6C-2E01-A798-5AC9D2712295}"/>
              </a:ext>
            </a:extLst>
          </p:cNvPr>
          <p:cNvSpPr txBox="1"/>
          <p:nvPr/>
        </p:nvSpPr>
        <p:spPr>
          <a:xfrm>
            <a:off x="5867360" y="1423702"/>
            <a:ext cx="1065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New bus preparedness</a:t>
            </a:r>
            <a:endParaRPr lang="en-AE" sz="1200" b="1" dirty="0">
              <a:solidFill>
                <a:schemeClr val="accent1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95F2B11-04BB-4273-4404-A7253E92834A}"/>
              </a:ext>
            </a:extLst>
          </p:cNvPr>
          <p:cNvCxnSpPr/>
          <p:nvPr/>
        </p:nvCxnSpPr>
        <p:spPr>
          <a:xfrm>
            <a:off x="5740245" y="1647831"/>
            <a:ext cx="0" cy="7892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8E01FB1C-CC0A-C2EC-A73E-9471CE58D7F3}"/>
              </a:ext>
            </a:extLst>
          </p:cNvPr>
          <p:cNvSpPr/>
          <p:nvPr/>
        </p:nvSpPr>
        <p:spPr>
          <a:xfrm>
            <a:off x="5605491" y="1535588"/>
            <a:ext cx="269507" cy="2695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42CB64-D933-933F-74B2-94200A956966}"/>
              </a:ext>
            </a:extLst>
          </p:cNvPr>
          <p:cNvSpPr txBox="1"/>
          <p:nvPr/>
        </p:nvSpPr>
        <p:spPr>
          <a:xfrm>
            <a:off x="6937464" y="3752861"/>
            <a:ext cx="1407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Digital transformation</a:t>
            </a:r>
            <a:endParaRPr lang="en-AE" sz="1200" b="1" dirty="0">
              <a:solidFill>
                <a:schemeClr val="accent1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483C19A-31E8-C48A-8D64-78937E6C0873}"/>
              </a:ext>
            </a:extLst>
          </p:cNvPr>
          <p:cNvCxnSpPr/>
          <p:nvPr/>
        </p:nvCxnSpPr>
        <p:spPr>
          <a:xfrm>
            <a:off x="8940753" y="3082907"/>
            <a:ext cx="0" cy="7892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CFA637A4-E246-0213-A48C-C8927BCA3D87}"/>
              </a:ext>
            </a:extLst>
          </p:cNvPr>
          <p:cNvSpPr/>
          <p:nvPr/>
        </p:nvSpPr>
        <p:spPr>
          <a:xfrm>
            <a:off x="8805999" y="3694500"/>
            <a:ext cx="269507" cy="2695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5D2FBC0-7F47-3F12-A4EA-98C9DF44B892}"/>
              </a:ext>
            </a:extLst>
          </p:cNvPr>
          <p:cNvSpPr txBox="1"/>
          <p:nvPr/>
        </p:nvSpPr>
        <p:spPr>
          <a:xfrm>
            <a:off x="8025961" y="1439508"/>
            <a:ext cx="11466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Application of data</a:t>
            </a:r>
            <a:endParaRPr lang="en-AE" sz="1200" b="1" dirty="0">
              <a:solidFill>
                <a:schemeClr val="accent1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053D028-105B-4807-8C4D-309D893BFA5A}"/>
              </a:ext>
            </a:extLst>
          </p:cNvPr>
          <p:cNvSpPr txBox="1"/>
          <p:nvPr/>
        </p:nvSpPr>
        <p:spPr>
          <a:xfrm>
            <a:off x="9077392" y="3694500"/>
            <a:ext cx="1407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Governance &amp; Compliance</a:t>
            </a:r>
            <a:endParaRPr lang="en-AE" sz="1200" b="1" dirty="0">
              <a:solidFill>
                <a:schemeClr val="accent1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pic>
        <p:nvPicPr>
          <p:cNvPr id="1026" name="Picture 2" descr="2,039,900+ People Icons Stock Illustrations, Royalty-Free ...">
            <a:extLst>
              <a:ext uri="{FF2B5EF4-FFF2-40B4-BE49-F238E27FC236}">
                <a16:creationId xmlns:a16="http://schemas.microsoft.com/office/drawing/2014/main" id="{37F564B3-D7CD-250E-B328-F0DA459FF3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621" y="3059512"/>
            <a:ext cx="728748" cy="728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Quality Service Icon Vector Art, Icons, and Graphics for ...">
            <a:extLst>
              <a:ext uri="{FF2B5EF4-FFF2-40B4-BE49-F238E27FC236}">
                <a16:creationId xmlns:a16="http://schemas.microsoft.com/office/drawing/2014/main" id="{E2814AB5-8A9D-15F6-BCE7-8BC087759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450" y="772130"/>
            <a:ext cx="529184" cy="529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op 10 Standardization Icon PowerPoint Presentation ...">
            <a:extLst>
              <a:ext uri="{FF2B5EF4-FFF2-40B4-BE49-F238E27FC236}">
                <a16:creationId xmlns:a16="http://schemas.microsoft.com/office/drawing/2014/main" id="{8C7585BA-3CA0-A99B-8B7D-9EBF9FE816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5" t="22770" r="29706" b="8414"/>
          <a:stretch/>
        </p:blipFill>
        <p:spPr bwMode="auto">
          <a:xfrm>
            <a:off x="2794603" y="3146004"/>
            <a:ext cx="487499" cy="468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485B237B-1E61-5810-B15A-180A08D548B2}"/>
              </a:ext>
            </a:extLst>
          </p:cNvPr>
          <p:cNvGrpSpPr/>
          <p:nvPr/>
        </p:nvGrpSpPr>
        <p:grpSpPr>
          <a:xfrm>
            <a:off x="4171749" y="857845"/>
            <a:ext cx="429928" cy="436201"/>
            <a:chOff x="4319588" y="2492375"/>
            <a:chExt cx="287338" cy="287338"/>
          </a:xfrm>
          <a:solidFill>
            <a:srgbClr val="171C8F"/>
          </a:solidFill>
        </p:grpSpPr>
        <p:sp>
          <p:nvSpPr>
            <p:cNvPr id="42" name="Freeform 372">
              <a:extLst>
                <a:ext uri="{FF2B5EF4-FFF2-40B4-BE49-F238E27FC236}">
                  <a16:creationId xmlns:a16="http://schemas.microsoft.com/office/drawing/2014/main" id="{35F68BD4-B11C-D1C5-7414-32CC0E1234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588" y="2587625"/>
              <a:ext cx="287338" cy="192088"/>
            </a:xfrm>
            <a:custGeom>
              <a:avLst/>
              <a:gdLst>
                <a:gd name="T0" fmla="*/ 843 w 904"/>
                <a:gd name="T1" fmla="*/ 572 h 602"/>
                <a:gd name="T2" fmla="*/ 843 w 904"/>
                <a:gd name="T3" fmla="*/ 12 h 602"/>
                <a:gd name="T4" fmla="*/ 841 w 904"/>
                <a:gd name="T5" fmla="*/ 7 h 602"/>
                <a:gd name="T6" fmla="*/ 836 w 904"/>
                <a:gd name="T7" fmla="*/ 3 h 602"/>
                <a:gd name="T8" fmla="*/ 831 w 904"/>
                <a:gd name="T9" fmla="*/ 1 h 602"/>
                <a:gd name="T10" fmla="*/ 708 w 904"/>
                <a:gd name="T11" fmla="*/ 0 h 602"/>
                <a:gd name="T12" fmla="*/ 702 w 904"/>
                <a:gd name="T13" fmla="*/ 2 h 602"/>
                <a:gd name="T14" fmla="*/ 697 w 904"/>
                <a:gd name="T15" fmla="*/ 5 h 602"/>
                <a:gd name="T16" fmla="*/ 694 w 904"/>
                <a:gd name="T17" fmla="*/ 9 h 602"/>
                <a:gd name="T18" fmla="*/ 693 w 904"/>
                <a:gd name="T19" fmla="*/ 16 h 602"/>
                <a:gd name="T20" fmla="*/ 632 w 904"/>
                <a:gd name="T21" fmla="*/ 572 h 602"/>
                <a:gd name="T22" fmla="*/ 632 w 904"/>
                <a:gd name="T23" fmla="*/ 283 h 602"/>
                <a:gd name="T24" fmla="*/ 630 w 904"/>
                <a:gd name="T25" fmla="*/ 277 h 602"/>
                <a:gd name="T26" fmla="*/ 626 w 904"/>
                <a:gd name="T27" fmla="*/ 274 h 602"/>
                <a:gd name="T28" fmla="*/ 621 w 904"/>
                <a:gd name="T29" fmla="*/ 271 h 602"/>
                <a:gd name="T30" fmla="*/ 497 w 904"/>
                <a:gd name="T31" fmla="*/ 271 h 602"/>
                <a:gd name="T32" fmla="*/ 491 w 904"/>
                <a:gd name="T33" fmla="*/ 272 h 602"/>
                <a:gd name="T34" fmla="*/ 487 w 904"/>
                <a:gd name="T35" fmla="*/ 275 h 602"/>
                <a:gd name="T36" fmla="*/ 483 w 904"/>
                <a:gd name="T37" fmla="*/ 281 h 602"/>
                <a:gd name="T38" fmla="*/ 482 w 904"/>
                <a:gd name="T39" fmla="*/ 286 h 602"/>
                <a:gd name="T40" fmla="*/ 421 w 904"/>
                <a:gd name="T41" fmla="*/ 572 h 602"/>
                <a:gd name="T42" fmla="*/ 421 w 904"/>
                <a:gd name="T43" fmla="*/ 193 h 602"/>
                <a:gd name="T44" fmla="*/ 419 w 904"/>
                <a:gd name="T45" fmla="*/ 187 h 602"/>
                <a:gd name="T46" fmla="*/ 415 w 904"/>
                <a:gd name="T47" fmla="*/ 183 h 602"/>
                <a:gd name="T48" fmla="*/ 409 w 904"/>
                <a:gd name="T49" fmla="*/ 181 h 602"/>
                <a:gd name="T50" fmla="*/ 286 w 904"/>
                <a:gd name="T51" fmla="*/ 181 h 602"/>
                <a:gd name="T52" fmla="*/ 281 w 904"/>
                <a:gd name="T53" fmla="*/ 182 h 602"/>
                <a:gd name="T54" fmla="*/ 275 w 904"/>
                <a:gd name="T55" fmla="*/ 185 h 602"/>
                <a:gd name="T56" fmla="*/ 272 w 904"/>
                <a:gd name="T57" fmla="*/ 190 h 602"/>
                <a:gd name="T58" fmla="*/ 271 w 904"/>
                <a:gd name="T59" fmla="*/ 196 h 602"/>
                <a:gd name="T60" fmla="*/ 211 w 904"/>
                <a:gd name="T61" fmla="*/ 572 h 602"/>
                <a:gd name="T62" fmla="*/ 211 w 904"/>
                <a:gd name="T63" fmla="*/ 404 h 602"/>
                <a:gd name="T64" fmla="*/ 209 w 904"/>
                <a:gd name="T65" fmla="*/ 399 h 602"/>
                <a:gd name="T66" fmla="*/ 205 w 904"/>
                <a:gd name="T67" fmla="*/ 394 h 602"/>
                <a:gd name="T68" fmla="*/ 199 w 904"/>
                <a:gd name="T69" fmla="*/ 392 h 602"/>
                <a:gd name="T70" fmla="*/ 76 w 904"/>
                <a:gd name="T71" fmla="*/ 391 h 602"/>
                <a:gd name="T72" fmla="*/ 69 w 904"/>
                <a:gd name="T73" fmla="*/ 392 h 602"/>
                <a:gd name="T74" fmla="*/ 65 w 904"/>
                <a:gd name="T75" fmla="*/ 396 h 602"/>
                <a:gd name="T76" fmla="*/ 62 w 904"/>
                <a:gd name="T77" fmla="*/ 401 h 602"/>
                <a:gd name="T78" fmla="*/ 61 w 904"/>
                <a:gd name="T79" fmla="*/ 406 h 602"/>
                <a:gd name="T80" fmla="*/ 15 w 904"/>
                <a:gd name="T81" fmla="*/ 572 h 602"/>
                <a:gd name="T82" fmla="*/ 9 w 904"/>
                <a:gd name="T83" fmla="*/ 573 h 602"/>
                <a:gd name="T84" fmla="*/ 5 w 904"/>
                <a:gd name="T85" fmla="*/ 577 h 602"/>
                <a:gd name="T86" fmla="*/ 2 w 904"/>
                <a:gd name="T87" fmla="*/ 581 h 602"/>
                <a:gd name="T88" fmla="*/ 0 w 904"/>
                <a:gd name="T89" fmla="*/ 587 h 602"/>
                <a:gd name="T90" fmla="*/ 2 w 904"/>
                <a:gd name="T91" fmla="*/ 593 h 602"/>
                <a:gd name="T92" fmla="*/ 5 w 904"/>
                <a:gd name="T93" fmla="*/ 598 h 602"/>
                <a:gd name="T94" fmla="*/ 9 w 904"/>
                <a:gd name="T95" fmla="*/ 601 h 602"/>
                <a:gd name="T96" fmla="*/ 15 w 904"/>
                <a:gd name="T97" fmla="*/ 602 h 602"/>
                <a:gd name="T98" fmla="*/ 196 w 904"/>
                <a:gd name="T99" fmla="*/ 602 h 602"/>
                <a:gd name="T100" fmla="*/ 406 w 904"/>
                <a:gd name="T101" fmla="*/ 602 h 602"/>
                <a:gd name="T102" fmla="*/ 617 w 904"/>
                <a:gd name="T103" fmla="*/ 602 h 602"/>
                <a:gd name="T104" fmla="*/ 828 w 904"/>
                <a:gd name="T105" fmla="*/ 602 h 602"/>
                <a:gd name="T106" fmla="*/ 891 w 904"/>
                <a:gd name="T107" fmla="*/ 602 h 602"/>
                <a:gd name="T108" fmla="*/ 896 w 904"/>
                <a:gd name="T109" fmla="*/ 600 h 602"/>
                <a:gd name="T110" fmla="*/ 901 w 904"/>
                <a:gd name="T111" fmla="*/ 596 h 602"/>
                <a:gd name="T112" fmla="*/ 903 w 904"/>
                <a:gd name="T113" fmla="*/ 591 h 602"/>
                <a:gd name="T114" fmla="*/ 903 w 904"/>
                <a:gd name="T115" fmla="*/ 584 h 602"/>
                <a:gd name="T116" fmla="*/ 901 w 904"/>
                <a:gd name="T117" fmla="*/ 579 h 602"/>
                <a:gd name="T118" fmla="*/ 896 w 904"/>
                <a:gd name="T119" fmla="*/ 575 h 602"/>
                <a:gd name="T120" fmla="*/ 891 w 904"/>
                <a:gd name="T121" fmla="*/ 57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04" h="602">
                  <a:moveTo>
                    <a:pt x="889" y="572"/>
                  </a:moveTo>
                  <a:lnTo>
                    <a:pt x="843" y="572"/>
                  </a:lnTo>
                  <a:lnTo>
                    <a:pt x="843" y="16"/>
                  </a:lnTo>
                  <a:lnTo>
                    <a:pt x="843" y="12"/>
                  </a:lnTo>
                  <a:lnTo>
                    <a:pt x="842" y="9"/>
                  </a:lnTo>
                  <a:lnTo>
                    <a:pt x="841" y="7"/>
                  </a:lnTo>
                  <a:lnTo>
                    <a:pt x="838" y="5"/>
                  </a:lnTo>
                  <a:lnTo>
                    <a:pt x="836" y="3"/>
                  </a:lnTo>
                  <a:lnTo>
                    <a:pt x="834" y="2"/>
                  </a:lnTo>
                  <a:lnTo>
                    <a:pt x="831" y="1"/>
                  </a:lnTo>
                  <a:lnTo>
                    <a:pt x="828" y="1"/>
                  </a:lnTo>
                  <a:lnTo>
                    <a:pt x="708" y="0"/>
                  </a:lnTo>
                  <a:lnTo>
                    <a:pt x="704" y="1"/>
                  </a:lnTo>
                  <a:lnTo>
                    <a:pt x="702" y="2"/>
                  </a:lnTo>
                  <a:lnTo>
                    <a:pt x="699" y="3"/>
                  </a:lnTo>
                  <a:lnTo>
                    <a:pt x="697" y="5"/>
                  </a:lnTo>
                  <a:lnTo>
                    <a:pt x="695" y="7"/>
                  </a:lnTo>
                  <a:lnTo>
                    <a:pt x="694" y="9"/>
                  </a:lnTo>
                  <a:lnTo>
                    <a:pt x="693" y="12"/>
                  </a:lnTo>
                  <a:lnTo>
                    <a:pt x="693" y="16"/>
                  </a:lnTo>
                  <a:lnTo>
                    <a:pt x="693" y="572"/>
                  </a:lnTo>
                  <a:lnTo>
                    <a:pt x="632" y="572"/>
                  </a:lnTo>
                  <a:lnTo>
                    <a:pt x="632" y="286"/>
                  </a:lnTo>
                  <a:lnTo>
                    <a:pt x="632" y="283"/>
                  </a:lnTo>
                  <a:lnTo>
                    <a:pt x="631" y="281"/>
                  </a:lnTo>
                  <a:lnTo>
                    <a:pt x="630" y="277"/>
                  </a:lnTo>
                  <a:lnTo>
                    <a:pt x="628" y="275"/>
                  </a:lnTo>
                  <a:lnTo>
                    <a:pt x="626" y="274"/>
                  </a:lnTo>
                  <a:lnTo>
                    <a:pt x="623" y="272"/>
                  </a:lnTo>
                  <a:lnTo>
                    <a:pt x="621" y="271"/>
                  </a:lnTo>
                  <a:lnTo>
                    <a:pt x="617" y="271"/>
                  </a:lnTo>
                  <a:lnTo>
                    <a:pt x="497" y="271"/>
                  </a:lnTo>
                  <a:lnTo>
                    <a:pt x="494" y="271"/>
                  </a:lnTo>
                  <a:lnTo>
                    <a:pt x="491" y="272"/>
                  </a:lnTo>
                  <a:lnTo>
                    <a:pt x="489" y="274"/>
                  </a:lnTo>
                  <a:lnTo>
                    <a:pt x="487" y="275"/>
                  </a:lnTo>
                  <a:lnTo>
                    <a:pt x="484" y="277"/>
                  </a:lnTo>
                  <a:lnTo>
                    <a:pt x="483" y="281"/>
                  </a:lnTo>
                  <a:lnTo>
                    <a:pt x="482" y="283"/>
                  </a:lnTo>
                  <a:lnTo>
                    <a:pt x="482" y="286"/>
                  </a:lnTo>
                  <a:lnTo>
                    <a:pt x="482" y="572"/>
                  </a:lnTo>
                  <a:lnTo>
                    <a:pt x="421" y="572"/>
                  </a:lnTo>
                  <a:lnTo>
                    <a:pt x="421" y="196"/>
                  </a:lnTo>
                  <a:lnTo>
                    <a:pt x="421" y="193"/>
                  </a:lnTo>
                  <a:lnTo>
                    <a:pt x="420" y="190"/>
                  </a:lnTo>
                  <a:lnTo>
                    <a:pt x="419" y="187"/>
                  </a:lnTo>
                  <a:lnTo>
                    <a:pt x="417" y="185"/>
                  </a:lnTo>
                  <a:lnTo>
                    <a:pt x="415" y="183"/>
                  </a:lnTo>
                  <a:lnTo>
                    <a:pt x="413" y="182"/>
                  </a:lnTo>
                  <a:lnTo>
                    <a:pt x="409" y="181"/>
                  </a:lnTo>
                  <a:lnTo>
                    <a:pt x="406" y="181"/>
                  </a:lnTo>
                  <a:lnTo>
                    <a:pt x="286" y="181"/>
                  </a:lnTo>
                  <a:lnTo>
                    <a:pt x="283" y="181"/>
                  </a:lnTo>
                  <a:lnTo>
                    <a:pt x="281" y="182"/>
                  </a:lnTo>
                  <a:lnTo>
                    <a:pt x="277" y="183"/>
                  </a:lnTo>
                  <a:lnTo>
                    <a:pt x="275" y="185"/>
                  </a:lnTo>
                  <a:lnTo>
                    <a:pt x="273" y="187"/>
                  </a:lnTo>
                  <a:lnTo>
                    <a:pt x="272" y="190"/>
                  </a:lnTo>
                  <a:lnTo>
                    <a:pt x="271" y="193"/>
                  </a:lnTo>
                  <a:lnTo>
                    <a:pt x="271" y="196"/>
                  </a:lnTo>
                  <a:lnTo>
                    <a:pt x="271" y="572"/>
                  </a:lnTo>
                  <a:lnTo>
                    <a:pt x="211" y="572"/>
                  </a:lnTo>
                  <a:lnTo>
                    <a:pt x="211" y="406"/>
                  </a:lnTo>
                  <a:lnTo>
                    <a:pt x="211" y="404"/>
                  </a:lnTo>
                  <a:lnTo>
                    <a:pt x="210" y="401"/>
                  </a:lnTo>
                  <a:lnTo>
                    <a:pt x="209" y="399"/>
                  </a:lnTo>
                  <a:lnTo>
                    <a:pt x="207" y="396"/>
                  </a:lnTo>
                  <a:lnTo>
                    <a:pt x="205" y="394"/>
                  </a:lnTo>
                  <a:lnTo>
                    <a:pt x="201" y="393"/>
                  </a:lnTo>
                  <a:lnTo>
                    <a:pt x="199" y="392"/>
                  </a:lnTo>
                  <a:lnTo>
                    <a:pt x="196" y="391"/>
                  </a:lnTo>
                  <a:lnTo>
                    <a:pt x="76" y="391"/>
                  </a:lnTo>
                  <a:lnTo>
                    <a:pt x="73" y="392"/>
                  </a:lnTo>
                  <a:lnTo>
                    <a:pt x="69" y="392"/>
                  </a:lnTo>
                  <a:lnTo>
                    <a:pt x="67" y="394"/>
                  </a:lnTo>
                  <a:lnTo>
                    <a:pt x="65" y="396"/>
                  </a:lnTo>
                  <a:lnTo>
                    <a:pt x="63" y="399"/>
                  </a:lnTo>
                  <a:lnTo>
                    <a:pt x="62" y="401"/>
                  </a:lnTo>
                  <a:lnTo>
                    <a:pt x="61" y="404"/>
                  </a:lnTo>
                  <a:lnTo>
                    <a:pt x="61" y="406"/>
                  </a:lnTo>
                  <a:lnTo>
                    <a:pt x="61" y="572"/>
                  </a:lnTo>
                  <a:lnTo>
                    <a:pt x="15" y="572"/>
                  </a:lnTo>
                  <a:lnTo>
                    <a:pt x="13" y="572"/>
                  </a:lnTo>
                  <a:lnTo>
                    <a:pt x="9" y="573"/>
                  </a:lnTo>
                  <a:lnTo>
                    <a:pt x="7" y="575"/>
                  </a:lnTo>
                  <a:lnTo>
                    <a:pt x="5" y="577"/>
                  </a:lnTo>
                  <a:lnTo>
                    <a:pt x="3" y="579"/>
                  </a:lnTo>
                  <a:lnTo>
                    <a:pt x="2" y="581"/>
                  </a:lnTo>
                  <a:lnTo>
                    <a:pt x="1" y="584"/>
                  </a:lnTo>
                  <a:lnTo>
                    <a:pt x="0" y="587"/>
                  </a:lnTo>
                  <a:lnTo>
                    <a:pt x="1" y="591"/>
                  </a:lnTo>
                  <a:lnTo>
                    <a:pt x="2" y="593"/>
                  </a:lnTo>
                  <a:lnTo>
                    <a:pt x="3" y="596"/>
                  </a:lnTo>
                  <a:lnTo>
                    <a:pt x="5" y="598"/>
                  </a:lnTo>
                  <a:lnTo>
                    <a:pt x="7" y="600"/>
                  </a:lnTo>
                  <a:lnTo>
                    <a:pt x="9" y="601"/>
                  </a:lnTo>
                  <a:lnTo>
                    <a:pt x="13" y="602"/>
                  </a:lnTo>
                  <a:lnTo>
                    <a:pt x="15" y="602"/>
                  </a:lnTo>
                  <a:lnTo>
                    <a:pt x="76" y="602"/>
                  </a:lnTo>
                  <a:lnTo>
                    <a:pt x="196" y="602"/>
                  </a:lnTo>
                  <a:lnTo>
                    <a:pt x="286" y="602"/>
                  </a:lnTo>
                  <a:lnTo>
                    <a:pt x="406" y="602"/>
                  </a:lnTo>
                  <a:lnTo>
                    <a:pt x="497" y="602"/>
                  </a:lnTo>
                  <a:lnTo>
                    <a:pt x="617" y="602"/>
                  </a:lnTo>
                  <a:lnTo>
                    <a:pt x="708" y="602"/>
                  </a:lnTo>
                  <a:lnTo>
                    <a:pt x="828" y="602"/>
                  </a:lnTo>
                  <a:lnTo>
                    <a:pt x="889" y="602"/>
                  </a:lnTo>
                  <a:lnTo>
                    <a:pt x="891" y="602"/>
                  </a:lnTo>
                  <a:lnTo>
                    <a:pt x="894" y="601"/>
                  </a:lnTo>
                  <a:lnTo>
                    <a:pt x="896" y="600"/>
                  </a:lnTo>
                  <a:lnTo>
                    <a:pt x="898" y="598"/>
                  </a:lnTo>
                  <a:lnTo>
                    <a:pt x="901" y="596"/>
                  </a:lnTo>
                  <a:lnTo>
                    <a:pt x="902" y="593"/>
                  </a:lnTo>
                  <a:lnTo>
                    <a:pt x="903" y="591"/>
                  </a:lnTo>
                  <a:lnTo>
                    <a:pt x="904" y="587"/>
                  </a:lnTo>
                  <a:lnTo>
                    <a:pt x="903" y="584"/>
                  </a:lnTo>
                  <a:lnTo>
                    <a:pt x="902" y="581"/>
                  </a:lnTo>
                  <a:lnTo>
                    <a:pt x="901" y="579"/>
                  </a:lnTo>
                  <a:lnTo>
                    <a:pt x="898" y="577"/>
                  </a:lnTo>
                  <a:lnTo>
                    <a:pt x="896" y="575"/>
                  </a:lnTo>
                  <a:lnTo>
                    <a:pt x="894" y="573"/>
                  </a:lnTo>
                  <a:lnTo>
                    <a:pt x="891" y="572"/>
                  </a:lnTo>
                  <a:lnTo>
                    <a:pt x="889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828506">
                <a:defRPr/>
              </a:pPr>
              <a:endParaRPr lang="en-US" sz="1200" kern="0">
                <a:solidFill>
                  <a:prstClr val="white"/>
                </a:solidFill>
                <a:latin typeface="Calibri"/>
                <a:cs typeface="RTA Office"/>
              </a:endParaRPr>
            </a:p>
          </p:txBody>
        </p:sp>
        <p:sp>
          <p:nvSpPr>
            <p:cNvPr id="43" name="Freeform 373">
              <a:extLst>
                <a:ext uri="{FF2B5EF4-FFF2-40B4-BE49-F238E27FC236}">
                  <a16:creationId xmlns:a16="http://schemas.microsoft.com/office/drawing/2014/main" id="{8D2D5EFB-81DE-8589-B78B-D603C6B38C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8638" y="2492375"/>
              <a:ext cx="252413" cy="157163"/>
            </a:xfrm>
            <a:custGeom>
              <a:avLst/>
              <a:gdLst>
                <a:gd name="T0" fmla="*/ 77 w 797"/>
                <a:gd name="T1" fmla="*/ 494 h 497"/>
                <a:gd name="T2" fmla="*/ 97 w 797"/>
                <a:gd name="T3" fmla="*/ 483 h 497"/>
                <a:gd name="T4" fmla="*/ 112 w 797"/>
                <a:gd name="T5" fmla="*/ 466 h 497"/>
                <a:gd name="T6" fmla="*/ 120 w 797"/>
                <a:gd name="T7" fmla="*/ 443 h 497"/>
                <a:gd name="T8" fmla="*/ 116 w 797"/>
                <a:gd name="T9" fmla="*/ 416 h 497"/>
                <a:gd name="T10" fmla="*/ 267 w 797"/>
                <a:gd name="T11" fmla="*/ 298 h 497"/>
                <a:gd name="T12" fmla="*/ 300 w 797"/>
                <a:gd name="T13" fmla="*/ 299 h 497"/>
                <a:gd name="T14" fmla="*/ 325 w 797"/>
                <a:gd name="T15" fmla="*/ 287 h 497"/>
                <a:gd name="T16" fmla="*/ 451 w 797"/>
                <a:gd name="T17" fmla="*/ 327 h 497"/>
                <a:gd name="T18" fmla="*/ 454 w 797"/>
                <a:gd name="T19" fmla="*/ 349 h 497"/>
                <a:gd name="T20" fmla="*/ 464 w 797"/>
                <a:gd name="T21" fmla="*/ 369 h 497"/>
                <a:gd name="T22" fmla="*/ 482 w 797"/>
                <a:gd name="T23" fmla="*/ 384 h 497"/>
                <a:gd name="T24" fmla="*/ 505 w 797"/>
                <a:gd name="T25" fmla="*/ 391 h 497"/>
                <a:gd name="T26" fmla="*/ 529 w 797"/>
                <a:gd name="T27" fmla="*/ 389 h 497"/>
                <a:gd name="T28" fmla="*/ 550 w 797"/>
                <a:gd name="T29" fmla="*/ 378 h 497"/>
                <a:gd name="T30" fmla="*/ 564 w 797"/>
                <a:gd name="T31" fmla="*/ 360 h 497"/>
                <a:gd name="T32" fmla="*/ 571 w 797"/>
                <a:gd name="T33" fmla="*/ 337 h 497"/>
                <a:gd name="T34" fmla="*/ 565 w 797"/>
                <a:gd name="T35" fmla="*/ 304 h 497"/>
                <a:gd name="T36" fmla="*/ 724 w 797"/>
                <a:gd name="T37" fmla="*/ 119 h 497"/>
                <a:gd name="T38" fmla="*/ 750 w 797"/>
                <a:gd name="T39" fmla="*/ 119 h 497"/>
                <a:gd name="T40" fmla="*/ 771 w 797"/>
                <a:gd name="T41" fmla="*/ 110 h 497"/>
                <a:gd name="T42" fmla="*/ 787 w 797"/>
                <a:gd name="T43" fmla="*/ 94 h 497"/>
                <a:gd name="T44" fmla="*/ 796 w 797"/>
                <a:gd name="T45" fmla="*/ 72 h 497"/>
                <a:gd name="T46" fmla="*/ 796 w 797"/>
                <a:gd name="T47" fmla="*/ 48 h 497"/>
                <a:gd name="T48" fmla="*/ 787 w 797"/>
                <a:gd name="T49" fmla="*/ 27 h 497"/>
                <a:gd name="T50" fmla="*/ 771 w 797"/>
                <a:gd name="T51" fmla="*/ 10 h 497"/>
                <a:gd name="T52" fmla="*/ 750 w 797"/>
                <a:gd name="T53" fmla="*/ 1 h 497"/>
                <a:gd name="T54" fmla="*/ 725 w 797"/>
                <a:gd name="T55" fmla="*/ 1 h 497"/>
                <a:gd name="T56" fmla="*/ 703 w 797"/>
                <a:gd name="T57" fmla="*/ 10 h 497"/>
                <a:gd name="T58" fmla="*/ 687 w 797"/>
                <a:gd name="T59" fmla="*/ 27 h 497"/>
                <a:gd name="T60" fmla="*/ 678 w 797"/>
                <a:gd name="T61" fmla="*/ 48 h 497"/>
                <a:gd name="T62" fmla="*/ 680 w 797"/>
                <a:gd name="T63" fmla="*/ 79 h 497"/>
                <a:gd name="T64" fmla="*/ 531 w 797"/>
                <a:gd name="T65" fmla="*/ 275 h 497"/>
                <a:gd name="T66" fmla="*/ 504 w 797"/>
                <a:gd name="T67" fmla="*/ 272 h 497"/>
                <a:gd name="T68" fmla="*/ 478 w 797"/>
                <a:gd name="T69" fmla="*/ 281 h 497"/>
                <a:gd name="T70" fmla="*/ 345 w 797"/>
                <a:gd name="T71" fmla="*/ 248 h 497"/>
                <a:gd name="T72" fmla="*/ 344 w 797"/>
                <a:gd name="T73" fmla="*/ 229 h 497"/>
                <a:gd name="T74" fmla="*/ 336 w 797"/>
                <a:gd name="T75" fmla="*/ 207 h 497"/>
                <a:gd name="T76" fmla="*/ 319 w 797"/>
                <a:gd name="T77" fmla="*/ 191 h 497"/>
                <a:gd name="T78" fmla="*/ 298 w 797"/>
                <a:gd name="T79" fmla="*/ 181 h 497"/>
                <a:gd name="T80" fmla="*/ 273 w 797"/>
                <a:gd name="T81" fmla="*/ 181 h 497"/>
                <a:gd name="T82" fmla="*/ 252 w 797"/>
                <a:gd name="T83" fmla="*/ 191 h 497"/>
                <a:gd name="T84" fmla="*/ 236 w 797"/>
                <a:gd name="T85" fmla="*/ 207 h 497"/>
                <a:gd name="T86" fmla="*/ 226 w 797"/>
                <a:gd name="T87" fmla="*/ 229 h 497"/>
                <a:gd name="T88" fmla="*/ 227 w 797"/>
                <a:gd name="T89" fmla="*/ 254 h 497"/>
                <a:gd name="T90" fmla="*/ 86 w 797"/>
                <a:gd name="T91" fmla="*/ 382 h 497"/>
                <a:gd name="T92" fmla="*/ 53 w 797"/>
                <a:gd name="T93" fmla="*/ 377 h 497"/>
                <a:gd name="T94" fmla="*/ 31 w 797"/>
                <a:gd name="T95" fmla="*/ 383 h 497"/>
                <a:gd name="T96" fmla="*/ 13 w 797"/>
                <a:gd name="T97" fmla="*/ 398 h 497"/>
                <a:gd name="T98" fmla="*/ 2 w 797"/>
                <a:gd name="T99" fmla="*/ 419 h 497"/>
                <a:gd name="T100" fmla="*/ 0 w 797"/>
                <a:gd name="T101" fmla="*/ 443 h 497"/>
                <a:gd name="T102" fmla="*/ 6 w 797"/>
                <a:gd name="T103" fmla="*/ 466 h 497"/>
                <a:gd name="T104" fmla="*/ 21 w 797"/>
                <a:gd name="T105" fmla="*/ 483 h 497"/>
                <a:gd name="T106" fmla="*/ 42 w 797"/>
                <a:gd name="T107" fmla="*/ 494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97" h="497">
                  <a:moveTo>
                    <a:pt x="60" y="497"/>
                  </a:moveTo>
                  <a:lnTo>
                    <a:pt x="65" y="497"/>
                  </a:lnTo>
                  <a:lnTo>
                    <a:pt x="72" y="496"/>
                  </a:lnTo>
                  <a:lnTo>
                    <a:pt x="77" y="494"/>
                  </a:lnTo>
                  <a:lnTo>
                    <a:pt x="83" y="493"/>
                  </a:lnTo>
                  <a:lnTo>
                    <a:pt x="89" y="489"/>
                  </a:lnTo>
                  <a:lnTo>
                    <a:pt x="93" y="486"/>
                  </a:lnTo>
                  <a:lnTo>
                    <a:pt x="97" y="483"/>
                  </a:lnTo>
                  <a:lnTo>
                    <a:pt x="102" y="480"/>
                  </a:lnTo>
                  <a:lnTo>
                    <a:pt x="106" y="475"/>
                  </a:lnTo>
                  <a:lnTo>
                    <a:pt x="109" y="470"/>
                  </a:lnTo>
                  <a:lnTo>
                    <a:pt x="112" y="466"/>
                  </a:lnTo>
                  <a:lnTo>
                    <a:pt x="115" y="460"/>
                  </a:lnTo>
                  <a:lnTo>
                    <a:pt x="117" y="455"/>
                  </a:lnTo>
                  <a:lnTo>
                    <a:pt x="119" y="449"/>
                  </a:lnTo>
                  <a:lnTo>
                    <a:pt x="120" y="443"/>
                  </a:lnTo>
                  <a:lnTo>
                    <a:pt x="120" y="437"/>
                  </a:lnTo>
                  <a:lnTo>
                    <a:pt x="119" y="429"/>
                  </a:lnTo>
                  <a:lnTo>
                    <a:pt x="118" y="423"/>
                  </a:lnTo>
                  <a:lnTo>
                    <a:pt x="116" y="416"/>
                  </a:lnTo>
                  <a:lnTo>
                    <a:pt x="114" y="410"/>
                  </a:lnTo>
                  <a:lnTo>
                    <a:pt x="251" y="290"/>
                  </a:lnTo>
                  <a:lnTo>
                    <a:pt x="259" y="295"/>
                  </a:lnTo>
                  <a:lnTo>
                    <a:pt x="267" y="298"/>
                  </a:lnTo>
                  <a:lnTo>
                    <a:pt x="277" y="301"/>
                  </a:lnTo>
                  <a:lnTo>
                    <a:pt x="285" y="302"/>
                  </a:lnTo>
                  <a:lnTo>
                    <a:pt x="293" y="301"/>
                  </a:lnTo>
                  <a:lnTo>
                    <a:pt x="300" y="299"/>
                  </a:lnTo>
                  <a:lnTo>
                    <a:pt x="307" y="297"/>
                  </a:lnTo>
                  <a:lnTo>
                    <a:pt x="313" y="294"/>
                  </a:lnTo>
                  <a:lnTo>
                    <a:pt x="318" y="291"/>
                  </a:lnTo>
                  <a:lnTo>
                    <a:pt x="325" y="287"/>
                  </a:lnTo>
                  <a:lnTo>
                    <a:pt x="329" y="282"/>
                  </a:lnTo>
                  <a:lnTo>
                    <a:pt x="333" y="277"/>
                  </a:lnTo>
                  <a:lnTo>
                    <a:pt x="451" y="324"/>
                  </a:lnTo>
                  <a:lnTo>
                    <a:pt x="451" y="327"/>
                  </a:lnTo>
                  <a:lnTo>
                    <a:pt x="451" y="332"/>
                  </a:lnTo>
                  <a:lnTo>
                    <a:pt x="451" y="337"/>
                  </a:lnTo>
                  <a:lnTo>
                    <a:pt x="452" y="343"/>
                  </a:lnTo>
                  <a:lnTo>
                    <a:pt x="454" y="349"/>
                  </a:lnTo>
                  <a:lnTo>
                    <a:pt x="456" y="354"/>
                  </a:lnTo>
                  <a:lnTo>
                    <a:pt x="458" y="360"/>
                  </a:lnTo>
                  <a:lnTo>
                    <a:pt x="461" y="365"/>
                  </a:lnTo>
                  <a:lnTo>
                    <a:pt x="464" y="369"/>
                  </a:lnTo>
                  <a:lnTo>
                    <a:pt x="469" y="374"/>
                  </a:lnTo>
                  <a:lnTo>
                    <a:pt x="473" y="378"/>
                  </a:lnTo>
                  <a:lnTo>
                    <a:pt x="477" y="381"/>
                  </a:lnTo>
                  <a:lnTo>
                    <a:pt x="482" y="384"/>
                  </a:lnTo>
                  <a:lnTo>
                    <a:pt x="488" y="386"/>
                  </a:lnTo>
                  <a:lnTo>
                    <a:pt x="493" y="389"/>
                  </a:lnTo>
                  <a:lnTo>
                    <a:pt x="499" y="391"/>
                  </a:lnTo>
                  <a:lnTo>
                    <a:pt x="505" y="391"/>
                  </a:lnTo>
                  <a:lnTo>
                    <a:pt x="511" y="392"/>
                  </a:lnTo>
                  <a:lnTo>
                    <a:pt x="518" y="391"/>
                  </a:lnTo>
                  <a:lnTo>
                    <a:pt x="523" y="391"/>
                  </a:lnTo>
                  <a:lnTo>
                    <a:pt x="529" y="389"/>
                  </a:lnTo>
                  <a:lnTo>
                    <a:pt x="535" y="386"/>
                  </a:lnTo>
                  <a:lnTo>
                    <a:pt x="540" y="384"/>
                  </a:lnTo>
                  <a:lnTo>
                    <a:pt x="545" y="381"/>
                  </a:lnTo>
                  <a:lnTo>
                    <a:pt x="550" y="378"/>
                  </a:lnTo>
                  <a:lnTo>
                    <a:pt x="553" y="374"/>
                  </a:lnTo>
                  <a:lnTo>
                    <a:pt x="558" y="369"/>
                  </a:lnTo>
                  <a:lnTo>
                    <a:pt x="561" y="365"/>
                  </a:lnTo>
                  <a:lnTo>
                    <a:pt x="564" y="360"/>
                  </a:lnTo>
                  <a:lnTo>
                    <a:pt x="567" y="354"/>
                  </a:lnTo>
                  <a:lnTo>
                    <a:pt x="568" y="349"/>
                  </a:lnTo>
                  <a:lnTo>
                    <a:pt x="570" y="343"/>
                  </a:lnTo>
                  <a:lnTo>
                    <a:pt x="571" y="337"/>
                  </a:lnTo>
                  <a:lnTo>
                    <a:pt x="571" y="332"/>
                  </a:lnTo>
                  <a:lnTo>
                    <a:pt x="570" y="322"/>
                  </a:lnTo>
                  <a:lnTo>
                    <a:pt x="568" y="312"/>
                  </a:lnTo>
                  <a:lnTo>
                    <a:pt x="565" y="304"/>
                  </a:lnTo>
                  <a:lnTo>
                    <a:pt x="560" y="296"/>
                  </a:lnTo>
                  <a:lnTo>
                    <a:pt x="711" y="114"/>
                  </a:lnTo>
                  <a:lnTo>
                    <a:pt x="717" y="117"/>
                  </a:lnTo>
                  <a:lnTo>
                    <a:pt x="724" y="119"/>
                  </a:lnTo>
                  <a:lnTo>
                    <a:pt x="730" y="120"/>
                  </a:lnTo>
                  <a:lnTo>
                    <a:pt x="737" y="120"/>
                  </a:lnTo>
                  <a:lnTo>
                    <a:pt x="743" y="120"/>
                  </a:lnTo>
                  <a:lnTo>
                    <a:pt x="750" y="119"/>
                  </a:lnTo>
                  <a:lnTo>
                    <a:pt x="755" y="118"/>
                  </a:lnTo>
                  <a:lnTo>
                    <a:pt x="760" y="116"/>
                  </a:lnTo>
                  <a:lnTo>
                    <a:pt x="766" y="113"/>
                  </a:lnTo>
                  <a:lnTo>
                    <a:pt x="771" y="110"/>
                  </a:lnTo>
                  <a:lnTo>
                    <a:pt x="775" y="106"/>
                  </a:lnTo>
                  <a:lnTo>
                    <a:pt x="780" y="103"/>
                  </a:lnTo>
                  <a:lnTo>
                    <a:pt x="784" y="99"/>
                  </a:lnTo>
                  <a:lnTo>
                    <a:pt x="787" y="94"/>
                  </a:lnTo>
                  <a:lnTo>
                    <a:pt x="790" y="89"/>
                  </a:lnTo>
                  <a:lnTo>
                    <a:pt x="792" y="84"/>
                  </a:lnTo>
                  <a:lnTo>
                    <a:pt x="795" y="79"/>
                  </a:lnTo>
                  <a:lnTo>
                    <a:pt x="796" y="72"/>
                  </a:lnTo>
                  <a:lnTo>
                    <a:pt x="797" y="67"/>
                  </a:lnTo>
                  <a:lnTo>
                    <a:pt x="797" y="60"/>
                  </a:lnTo>
                  <a:lnTo>
                    <a:pt x="797" y="54"/>
                  </a:lnTo>
                  <a:lnTo>
                    <a:pt x="796" y="48"/>
                  </a:lnTo>
                  <a:lnTo>
                    <a:pt x="795" y="42"/>
                  </a:lnTo>
                  <a:lnTo>
                    <a:pt x="792" y="37"/>
                  </a:lnTo>
                  <a:lnTo>
                    <a:pt x="790" y="31"/>
                  </a:lnTo>
                  <a:lnTo>
                    <a:pt x="787" y="27"/>
                  </a:lnTo>
                  <a:lnTo>
                    <a:pt x="784" y="22"/>
                  </a:lnTo>
                  <a:lnTo>
                    <a:pt x="780" y="17"/>
                  </a:lnTo>
                  <a:lnTo>
                    <a:pt x="775" y="14"/>
                  </a:lnTo>
                  <a:lnTo>
                    <a:pt x="771" y="10"/>
                  </a:lnTo>
                  <a:lnTo>
                    <a:pt x="766" y="8"/>
                  </a:lnTo>
                  <a:lnTo>
                    <a:pt x="760" y="5"/>
                  </a:lnTo>
                  <a:lnTo>
                    <a:pt x="755" y="2"/>
                  </a:lnTo>
                  <a:lnTo>
                    <a:pt x="750" y="1"/>
                  </a:lnTo>
                  <a:lnTo>
                    <a:pt x="743" y="0"/>
                  </a:lnTo>
                  <a:lnTo>
                    <a:pt x="737" y="0"/>
                  </a:lnTo>
                  <a:lnTo>
                    <a:pt x="731" y="0"/>
                  </a:lnTo>
                  <a:lnTo>
                    <a:pt x="725" y="1"/>
                  </a:lnTo>
                  <a:lnTo>
                    <a:pt x="719" y="2"/>
                  </a:lnTo>
                  <a:lnTo>
                    <a:pt x="713" y="5"/>
                  </a:lnTo>
                  <a:lnTo>
                    <a:pt x="709" y="8"/>
                  </a:lnTo>
                  <a:lnTo>
                    <a:pt x="703" y="10"/>
                  </a:lnTo>
                  <a:lnTo>
                    <a:pt x="699" y="14"/>
                  </a:lnTo>
                  <a:lnTo>
                    <a:pt x="695" y="17"/>
                  </a:lnTo>
                  <a:lnTo>
                    <a:pt x="691" y="22"/>
                  </a:lnTo>
                  <a:lnTo>
                    <a:pt x="687" y="27"/>
                  </a:lnTo>
                  <a:lnTo>
                    <a:pt x="684" y="31"/>
                  </a:lnTo>
                  <a:lnTo>
                    <a:pt x="682" y="37"/>
                  </a:lnTo>
                  <a:lnTo>
                    <a:pt x="680" y="42"/>
                  </a:lnTo>
                  <a:lnTo>
                    <a:pt x="678" y="48"/>
                  </a:lnTo>
                  <a:lnTo>
                    <a:pt x="677" y="54"/>
                  </a:lnTo>
                  <a:lnTo>
                    <a:pt x="677" y="60"/>
                  </a:lnTo>
                  <a:lnTo>
                    <a:pt x="678" y="70"/>
                  </a:lnTo>
                  <a:lnTo>
                    <a:pt x="680" y="79"/>
                  </a:lnTo>
                  <a:lnTo>
                    <a:pt x="683" y="87"/>
                  </a:lnTo>
                  <a:lnTo>
                    <a:pt x="688" y="96"/>
                  </a:lnTo>
                  <a:lnTo>
                    <a:pt x="537" y="277"/>
                  </a:lnTo>
                  <a:lnTo>
                    <a:pt x="531" y="275"/>
                  </a:lnTo>
                  <a:lnTo>
                    <a:pt x="524" y="273"/>
                  </a:lnTo>
                  <a:lnTo>
                    <a:pt x="518" y="272"/>
                  </a:lnTo>
                  <a:lnTo>
                    <a:pt x="511" y="271"/>
                  </a:lnTo>
                  <a:lnTo>
                    <a:pt x="504" y="272"/>
                  </a:lnTo>
                  <a:lnTo>
                    <a:pt x="496" y="273"/>
                  </a:lnTo>
                  <a:lnTo>
                    <a:pt x="490" y="275"/>
                  </a:lnTo>
                  <a:lnTo>
                    <a:pt x="484" y="278"/>
                  </a:lnTo>
                  <a:lnTo>
                    <a:pt x="478" y="281"/>
                  </a:lnTo>
                  <a:lnTo>
                    <a:pt x="472" y="286"/>
                  </a:lnTo>
                  <a:lnTo>
                    <a:pt x="467" y="291"/>
                  </a:lnTo>
                  <a:lnTo>
                    <a:pt x="463" y="295"/>
                  </a:lnTo>
                  <a:lnTo>
                    <a:pt x="345" y="248"/>
                  </a:lnTo>
                  <a:lnTo>
                    <a:pt x="345" y="245"/>
                  </a:lnTo>
                  <a:lnTo>
                    <a:pt x="345" y="240"/>
                  </a:lnTo>
                  <a:lnTo>
                    <a:pt x="345" y="235"/>
                  </a:lnTo>
                  <a:lnTo>
                    <a:pt x="344" y="229"/>
                  </a:lnTo>
                  <a:lnTo>
                    <a:pt x="343" y="223"/>
                  </a:lnTo>
                  <a:lnTo>
                    <a:pt x="341" y="218"/>
                  </a:lnTo>
                  <a:lnTo>
                    <a:pt x="339" y="213"/>
                  </a:lnTo>
                  <a:lnTo>
                    <a:pt x="336" y="207"/>
                  </a:lnTo>
                  <a:lnTo>
                    <a:pt x="332" y="203"/>
                  </a:lnTo>
                  <a:lnTo>
                    <a:pt x="328" y="199"/>
                  </a:lnTo>
                  <a:lnTo>
                    <a:pt x="324" y="194"/>
                  </a:lnTo>
                  <a:lnTo>
                    <a:pt x="319" y="191"/>
                  </a:lnTo>
                  <a:lnTo>
                    <a:pt x="314" y="188"/>
                  </a:lnTo>
                  <a:lnTo>
                    <a:pt x="309" y="186"/>
                  </a:lnTo>
                  <a:lnTo>
                    <a:pt x="303" y="184"/>
                  </a:lnTo>
                  <a:lnTo>
                    <a:pt x="298" y="181"/>
                  </a:lnTo>
                  <a:lnTo>
                    <a:pt x="292" y="181"/>
                  </a:lnTo>
                  <a:lnTo>
                    <a:pt x="285" y="180"/>
                  </a:lnTo>
                  <a:lnTo>
                    <a:pt x="280" y="181"/>
                  </a:lnTo>
                  <a:lnTo>
                    <a:pt x="273" y="181"/>
                  </a:lnTo>
                  <a:lnTo>
                    <a:pt x="268" y="184"/>
                  </a:lnTo>
                  <a:lnTo>
                    <a:pt x="262" y="186"/>
                  </a:lnTo>
                  <a:lnTo>
                    <a:pt x="257" y="188"/>
                  </a:lnTo>
                  <a:lnTo>
                    <a:pt x="252" y="191"/>
                  </a:lnTo>
                  <a:lnTo>
                    <a:pt x="248" y="194"/>
                  </a:lnTo>
                  <a:lnTo>
                    <a:pt x="243" y="199"/>
                  </a:lnTo>
                  <a:lnTo>
                    <a:pt x="239" y="203"/>
                  </a:lnTo>
                  <a:lnTo>
                    <a:pt x="236" y="207"/>
                  </a:lnTo>
                  <a:lnTo>
                    <a:pt x="233" y="213"/>
                  </a:lnTo>
                  <a:lnTo>
                    <a:pt x="230" y="218"/>
                  </a:lnTo>
                  <a:lnTo>
                    <a:pt x="228" y="223"/>
                  </a:lnTo>
                  <a:lnTo>
                    <a:pt x="226" y="229"/>
                  </a:lnTo>
                  <a:lnTo>
                    <a:pt x="225" y="235"/>
                  </a:lnTo>
                  <a:lnTo>
                    <a:pt x="225" y="240"/>
                  </a:lnTo>
                  <a:lnTo>
                    <a:pt x="226" y="248"/>
                  </a:lnTo>
                  <a:lnTo>
                    <a:pt x="227" y="254"/>
                  </a:lnTo>
                  <a:lnTo>
                    <a:pt x="229" y="261"/>
                  </a:lnTo>
                  <a:lnTo>
                    <a:pt x="231" y="267"/>
                  </a:lnTo>
                  <a:lnTo>
                    <a:pt x="94" y="387"/>
                  </a:lnTo>
                  <a:lnTo>
                    <a:pt x="86" y="382"/>
                  </a:lnTo>
                  <a:lnTo>
                    <a:pt x="78" y="379"/>
                  </a:lnTo>
                  <a:lnTo>
                    <a:pt x="68" y="377"/>
                  </a:lnTo>
                  <a:lnTo>
                    <a:pt x="60" y="377"/>
                  </a:lnTo>
                  <a:lnTo>
                    <a:pt x="53" y="377"/>
                  </a:lnTo>
                  <a:lnTo>
                    <a:pt x="47" y="378"/>
                  </a:lnTo>
                  <a:lnTo>
                    <a:pt x="42" y="379"/>
                  </a:lnTo>
                  <a:lnTo>
                    <a:pt x="36" y="381"/>
                  </a:lnTo>
                  <a:lnTo>
                    <a:pt x="31" y="383"/>
                  </a:lnTo>
                  <a:lnTo>
                    <a:pt x="26" y="386"/>
                  </a:lnTo>
                  <a:lnTo>
                    <a:pt x="21" y="391"/>
                  </a:lnTo>
                  <a:lnTo>
                    <a:pt x="17" y="394"/>
                  </a:lnTo>
                  <a:lnTo>
                    <a:pt x="13" y="398"/>
                  </a:lnTo>
                  <a:lnTo>
                    <a:pt x="9" y="402"/>
                  </a:lnTo>
                  <a:lnTo>
                    <a:pt x="6" y="408"/>
                  </a:lnTo>
                  <a:lnTo>
                    <a:pt x="4" y="413"/>
                  </a:lnTo>
                  <a:lnTo>
                    <a:pt x="2" y="419"/>
                  </a:lnTo>
                  <a:lnTo>
                    <a:pt x="1" y="425"/>
                  </a:lnTo>
                  <a:lnTo>
                    <a:pt x="0" y="430"/>
                  </a:lnTo>
                  <a:lnTo>
                    <a:pt x="0" y="437"/>
                  </a:lnTo>
                  <a:lnTo>
                    <a:pt x="0" y="443"/>
                  </a:lnTo>
                  <a:lnTo>
                    <a:pt x="1" y="449"/>
                  </a:lnTo>
                  <a:lnTo>
                    <a:pt x="2" y="455"/>
                  </a:lnTo>
                  <a:lnTo>
                    <a:pt x="4" y="460"/>
                  </a:lnTo>
                  <a:lnTo>
                    <a:pt x="6" y="466"/>
                  </a:lnTo>
                  <a:lnTo>
                    <a:pt x="9" y="470"/>
                  </a:lnTo>
                  <a:lnTo>
                    <a:pt x="13" y="475"/>
                  </a:lnTo>
                  <a:lnTo>
                    <a:pt x="17" y="480"/>
                  </a:lnTo>
                  <a:lnTo>
                    <a:pt x="21" y="483"/>
                  </a:lnTo>
                  <a:lnTo>
                    <a:pt x="26" y="486"/>
                  </a:lnTo>
                  <a:lnTo>
                    <a:pt x="31" y="489"/>
                  </a:lnTo>
                  <a:lnTo>
                    <a:pt x="36" y="493"/>
                  </a:lnTo>
                  <a:lnTo>
                    <a:pt x="42" y="494"/>
                  </a:lnTo>
                  <a:lnTo>
                    <a:pt x="47" y="496"/>
                  </a:lnTo>
                  <a:lnTo>
                    <a:pt x="53" y="497"/>
                  </a:lnTo>
                  <a:lnTo>
                    <a:pt x="60" y="4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828506">
                <a:defRPr/>
              </a:pPr>
              <a:endParaRPr lang="en-US" sz="1200" kern="0">
                <a:solidFill>
                  <a:prstClr val="white"/>
                </a:solidFill>
                <a:latin typeface="Calibri"/>
                <a:cs typeface="RTA Office"/>
              </a:endParaRPr>
            </a:p>
          </p:txBody>
        </p:sp>
      </p:grpSp>
      <p:pic>
        <p:nvPicPr>
          <p:cNvPr id="1032" name="Picture 8" descr="electric bus icon 4511317 Vector Art at Vecteezy">
            <a:extLst>
              <a:ext uri="{FF2B5EF4-FFF2-40B4-BE49-F238E27FC236}">
                <a16:creationId xmlns:a16="http://schemas.microsoft.com/office/drawing/2014/main" id="{7587E5AB-1247-1D21-4E2D-C8B0568CA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6639" y="822758"/>
            <a:ext cx="684381" cy="684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Digital Connection Icon – Royalty-Free Vector | VectorStock">
            <a:extLst>
              <a:ext uri="{FF2B5EF4-FFF2-40B4-BE49-F238E27FC236}">
                <a16:creationId xmlns:a16="http://schemas.microsoft.com/office/drawing/2014/main" id="{F212D028-E264-96B8-3ADD-49D821AEBC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35" t="8149" r="5058" b="16363"/>
          <a:stretch/>
        </p:blipFill>
        <p:spPr bwMode="auto">
          <a:xfrm>
            <a:off x="6912652" y="3055855"/>
            <a:ext cx="707210" cy="679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Analytics - Free interface icons">
            <a:extLst>
              <a:ext uri="{FF2B5EF4-FFF2-40B4-BE49-F238E27FC236}">
                <a16:creationId xmlns:a16="http://schemas.microsoft.com/office/drawing/2014/main" id="{58F89BBB-F136-5B6F-D1AF-96ED47A930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7551" y="966824"/>
            <a:ext cx="406930" cy="406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Corporate Governance Icons - Free SVG ...">
            <a:extLst>
              <a:ext uri="{FF2B5EF4-FFF2-40B4-BE49-F238E27FC236}">
                <a16:creationId xmlns:a16="http://schemas.microsoft.com/office/drawing/2014/main" id="{C5DA194F-9531-B0EB-CA4E-2FA786D805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4728" y="3181701"/>
            <a:ext cx="497891" cy="497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CBED073-F06F-4B2A-E607-6EE60277CF03}"/>
              </a:ext>
            </a:extLst>
          </p:cNvPr>
          <p:cNvCxnSpPr/>
          <p:nvPr/>
        </p:nvCxnSpPr>
        <p:spPr>
          <a:xfrm>
            <a:off x="4539123" y="3097787"/>
            <a:ext cx="0" cy="7892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0E47E41E-E3ED-5F9A-363E-8F176D411E14}"/>
              </a:ext>
            </a:extLst>
          </p:cNvPr>
          <p:cNvSpPr/>
          <p:nvPr/>
        </p:nvSpPr>
        <p:spPr>
          <a:xfrm>
            <a:off x="4404369" y="3824494"/>
            <a:ext cx="269507" cy="2695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B4A2177-7EC3-4A00-BF77-13954F37546A}"/>
              </a:ext>
            </a:extLst>
          </p:cNvPr>
          <p:cNvSpPr txBox="1"/>
          <p:nvPr/>
        </p:nvSpPr>
        <p:spPr>
          <a:xfrm>
            <a:off x="4723446" y="3809265"/>
            <a:ext cx="9325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HSE</a:t>
            </a:r>
            <a:endParaRPr lang="en-AE" sz="1200" b="1" dirty="0">
              <a:solidFill>
                <a:schemeClr val="accent1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1ABAA77-692F-490D-2E68-8B53FC2846B6}"/>
              </a:ext>
            </a:extLst>
          </p:cNvPr>
          <p:cNvCxnSpPr/>
          <p:nvPr/>
        </p:nvCxnSpPr>
        <p:spPr>
          <a:xfrm>
            <a:off x="7905015" y="1695781"/>
            <a:ext cx="0" cy="7892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D92E5626-5FCC-C7C8-4BF3-4F169194749B}"/>
              </a:ext>
            </a:extLst>
          </p:cNvPr>
          <p:cNvSpPr/>
          <p:nvPr/>
        </p:nvSpPr>
        <p:spPr>
          <a:xfrm>
            <a:off x="7770261" y="1583538"/>
            <a:ext cx="269507" cy="2695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4098" name="Picture 2" descr="690,200+ Safety Icon Stock Illustrations, Royalty-Free Vector Graphics &amp;  Clip Art - iStock | Safety icon icon set, Safety, Safety first">
            <a:extLst>
              <a:ext uri="{FF2B5EF4-FFF2-40B4-BE49-F238E27FC236}">
                <a16:creationId xmlns:a16="http://schemas.microsoft.com/office/drawing/2014/main" id="{8EFFC5B8-A32A-045D-6FB5-6900995B04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0232" y="3078052"/>
            <a:ext cx="691667" cy="691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5778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0B311094-6581-6821-EFC6-E9DAD6B29F3B}"/>
              </a:ext>
            </a:extLst>
          </p:cNvPr>
          <p:cNvGrpSpPr/>
          <p:nvPr/>
        </p:nvGrpSpPr>
        <p:grpSpPr>
          <a:xfrm>
            <a:off x="58373" y="683802"/>
            <a:ext cx="9958993" cy="4570172"/>
            <a:chOff x="0" y="1117893"/>
            <a:chExt cx="12192000" cy="5594898"/>
          </a:xfrm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6C410EEF-13FA-5262-6379-FABD03D4B2A6}"/>
                </a:ext>
              </a:extLst>
            </p:cNvPr>
            <p:cNvGrpSpPr/>
            <p:nvPr/>
          </p:nvGrpSpPr>
          <p:grpSpPr>
            <a:xfrm>
              <a:off x="7951946" y="2586524"/>
              <a:ext cx="3021806" cy="2275168"/>
              <a:chOff x="7951946" y="2523024"/>
              <a:chExt cx="3021806" cy="2275168"/>
            </a:xfrm>
            <a:solidFill>
              <a:schemeClr val="accent4"/>
            </a:solidFill>
          </p:grpSpPr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62DFA2E3-659B-4F40-DD5F-3C3A48E6CC6E}"/>
                  </a:ext>
                </a:extLst>
              </p:cNvPr>
              <p:cNvSpPr/>
              <p:nvPr/>
            </p:nvSpPr>
            <p:spPr>
              <a:xfrm>
                <a:off x="10621681" y="2523024"/>
                <a:ext cx="349863" cy="349695"/>
              </a:xfrm>
              <a:custGeom>
                <a:avLst/>
                <a:gdLst>
                  <a:gd name="connsiteX0" fmla="*/ 278252 w 349863"/>
                  <a:gd name="connsiteY0" fmla="*/ 349652 h 349695"/>
                  <a:gd name="connsiteX1" fmla="*/ 227770 w 349863"/>
                  <a:gd name="connsiteY1" fmla="*/ 329174 h 349695"/>
                  <a:gd name="connsiteX2" fmla="*/ 19172 w 349863"/>
                  <a:gd name="connsiteY2" fmla="*/ 120100 h 349695"/>
                  <a:gd name="connsiteX3" fmla="*/ 22745 w 349863"/>
                  <a:gd name="connsiteY3" fmla="*/ 19135 h 349695"/>
                  <a:gd name="connsiteX4" fmla="*/ 120138 w 349863"/>
                  <a:gd name="connsiteY4" fmla="*/ 19135 h 349695"/>
                  <a:gd name="connsiteX5" fmla="*/ 328735 w 349863"/>
                  <a:gd name="connsiteY5" fmla="*/ 227732 h 349695"/>
                  <a:gd name="connsiteX6" fmla="*/ 329163 w 349863"/>
                  <a:gd name="connsiteY6" fmla="*/ 328759 h 349695"/>
                  <a:gd name="connsiteX7" fmla="*/ 328735 w 349863"/>
                  <a:gd name="connsiteY7" fmla="*/ 329174 h 349695"/>
                  <a:gd name="connsiteX8" fmla="*/ 278252 w 349863"/>
                  <a:gd name="connsiteY8" fmla="*/ 349652 h 349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9863" h="349695">
                    <a:moveTo>
                      <a:pt x="278252" y="349652"/>
                    </a:moveTo>
                    <a:cubicBezTo>
                      <a:pt x="259393" y="349762"/>
                      <a:pt x="241248" y="342399"/>
                      <a:pt x="227770" y="329174"/>
                    </a:cubicBezTo>
                    <a:lnTo>
                      <a:pt x="19172" y="120100"/>
                    </a:lnTo>
                    <a:cubicBezTo>
                      <a:pt x="-7735" y="91234"/>
                      <a:pt x="-6116" y="46033"/>
                      <a:pt x="22745" y="19135"/>
                    </a:cubicBezTo>
                    <a:cubicBezTo>
                      <a:pt x="50176" y="-6430"/>
                      <a:pt x="92706" y="-6430"/>
                      <a:pt x="120138" y="19135"/>
                    </a:cubicBezTo>
                    <a:lnTo>
                      <a:pt x="328735" y="227732"/>
                    </a:lnTo>
                    <a:cubicBezTo>
                      <a:pt x="356739" y="255517"/>
                      <a:pt x="356929" y="300746"/>
                      <a:pt x="329163" y="328759"/>
                    </a:cubicBezTo>
                    <a:cubicBezTo>
                      <a:pt x="329021" y="328897"/>
                      <a:pt x="328878" y="329035"/>
                      <a:pt x="328735" y="329174"/>
                    </a:cubicBezTo>
                    <a:cubicBezTo>
                      <a:pt x="315353" y="342489"/>
                      <a:pt x="297160" y="349867"/>
                      <a:pt x="278252" y="349652"/>
                    </a:cubicBezTo>
                    <a:close/>
                  </a:path>
                </a:pathLst>
              </a:custGeom>
              <a:grpFill/>
              <a:ln w="476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Dubai" panose="020B0503030403030204" pitchFamily="34" charset="-78"/>
                  <a:cs typeface="Dubai" panose="020B0503030403030204" pitchFamily="34" charset="-78"/>
                </a:endParaRPr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E46CAF95-2E24-395E-A185-AEB001885270}"/>
                  </a:ext>
                </a:extLst>
              </p:cNvPr>
              <p:cNvSpPr/>
              <p:nvPr/>
            </p:nvSpPr>
            <p:spPr>
              <a:xfrm>
                <a:off x="10618493" y="2731835"/>
                <a:ext cx="350866" cy="349000"/>
              </a:xfrm>
              <a:custGeom>
                <a:avLst/>
                <a:gdLst>
                  <a:gd name="connsiteX0" fmla="*/ 71890 w 350866"/>
                  <a:gd name="connsiteY0" fmla="*/ 348962 h 349000"/>
                  <a:gd name="connsiteX1" fmla="*/ 20931 w 350866"/>
                  <a:gd name="connsiteY1" fmla="*/ 328007 h 349000"/>
                  <a:gd name="connsiteX2" fmla="*/ 20931 w 350866"/>
                  <a:gd name="connsiteY2" fmla="*/ 226566 h 349000"/>
                  <a:gd name="connsiteX3" fmla="*/ 230958 w 350866"/>
                  <a:gd name="connsiteY3" fmla="*/ 18921 h 349000"/>
                  <a:gd name="connsiteX4" fmla="*/ 331922 w 350866"/>
                  <a:gd name="connsiteY4" fmla="*/ 22931 h 349000"/>
                  <a:gd name="connsiteX5" fmla="*/ 331446 w 350866"/>
                  <a:gd name="connsiteY5" fmla="*/ 120362 h 349000"/>
                  <a:gd name="connsiteX6" fmla="*/ 121420 w 350866"/>
                  <a:gd name="connsiteY6" fmla="*/ 328483 h 349000"/>
                  <a:gd name="connsiteX7" fmla="*/ 71890 w 350866"/>
                  <a:gd name="connsiteY7" fmla="*/ 348962 h 349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50866" h="349000">
                    <a:moveTo>
                      <a:pt x="71890" y="348962"/>
                    </a:moveTo>
                    <a:cubicBezTo>
                      <a:pt x="52793" y="348914"/>
                      <a:pt x="34504" y="341394"/>
                      <a:pt x="20931" y="328007"/>
                    </a:cubicBezTo>
                    <a:cubicBezTo>
                      <a:pt x="-6977" y="299951"/>
                      <a:pt x="-6977" y="254622"/>
                      <a:pt x="20931" y="226566"/>
                    </a:cubicBezTo>
                    <a:lnTo>
                      <a:pt x="230958" y="18921"/>
                    </a:lnTo>
                    <a:cubicBezTo>
                      <a:pt x="259962" y="-7849"/>
                      <a:pt x="305157" y="-6054"/>
                      <a:pt x="331922" y="22931"/>
                    </a:cubicBezTo>
                    <a:cubicBezTo>
                      <a:pt x="357355" y="50487"/>
                      <a:pt x="357164" y="93044"/>
                      <a:pt x="331446" y="120362"/>
                    </a:cubicBezTo>
                    <a:lnTo>
                      <a:pt x="121420" y="328483"/>
                    </a:lnTo>
                    <a:cubicBezTo>
                      <a:pt x="108133" y="341394"/>
                      <a:pt x="90416" y="348724"/>
                      <a:pt x="71890" y="348962"/>
                    </a:cubicBezTo>
                    <a:close/>
                  </a:path>
                </a:pathLst>
              </a:custGeom>
              <a:grpFill/>
              <a:ln w="476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Dubai" panose="020B0503030403030204" pitchFamily="34" charset="-78"/>
                  <a:cs typeface="Dubai" panose="020B0503030403030204" pitchFamily="34" charset="-78"/>
                </a:endParaRPr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E5617117-1BA0-E59D-E3E9-52CEFE48CE14}"/>
                  </a:ext>
                </a:extLst>
              </p:cNvPr>
              <p:cNvSpPr/>
              <p:nvPr/>
            </p:nvSpPr>
            <p:spPr>
              <a:xfrm>
                <a:off x="7951946" y="2729363"/>
                <a:ext cx="3021806" cy="2068829"/>
              </a:xfrm>
              <a:custGeom>
                <a:avLst/>
                <a:gdLst>
                  <a:gd name="connsiteX0" fmla="*/ 71438 w 3021806"/>
                  <a:gd name="connsiteY0" fmla="*/ 2068791 h 2068829"/>
                  <a:gd name="connsiteX1" fmla="*/ 0 w 3021806"/>
                  <a:gd name="connsiteY1" fmla="*/ 1997353 h 2068829"/>
                  <a:gd name="connsiteX2" fmla="*/ 71438 w 3021806"/>
                  <a:gd name="connsiteY2" fmla="*/ 1925916 h 2068829"/>
                  <a:gd name="connsiteX3" fmla="*/ 963454 w 3021806"/>
                  <a:gd name="connsiteY3" fmla="*/ 1034376 h 2068829"/>
                  <a:gd name="connsiteX4" fmla="*/ 1997869 w 3021806"/>
                  <a:gd name="connsiteY4" fmla="*/ -39 h 2068829"/>
                  <a:gd name="connsiteX5" fmla="*/ 2950369 w 3021806"/>
                  <a:gd name="connsiteY5" fmla="*/ -39 h 2068829"/>
                  <a:gd name="connsiteX6" fmla="*/ 3021806 w 3021806"/>
                  <a:gd name="connsiteY6" fmla="*/ 71399 h 2068829"/>
                  <a:gd name="connsiteX7" fmla="*/ 2950369 w 3021806"/>
                  <a:gd name="connsiteY7" fmla="*/ 142836 h 2068829"/>
                  <a:gd name="connsiteX8" fmla="*/ 1997869 w 3021806"/>
                  <a:gd name="connsiteY8" fmla="*/ 142836 h 2068829"/>
                  <a:gd name="connsiteX9" fmla="*/ 1106329 w 3021806"/>
                  <a:gd name="connsiteY9" fmla="*/ 1034376 h 2068829"/>
                  <a:gd name="connsiteX10" fmla="*/ 71438 w 3021806"/>
                  <a:gd name="connsiteY10" fmla="*/ 2068791 h 2068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021806" h="2068829">
                    <a:moveTo>
                      <a:pt x="71438" y="2068791"/>
                    </a:moveTo>
                    <a:cubicBezTo>
                      <a:pt x="32004" y="2068791"/>
                      <a:pt x="0" y="2036786"/>
                      <a:pt x="0" y="1997353"/>
                    </a:cubicBezTo>
                    <a:cubicBezTo>
                      <a:pt x="0" y="1957919"/>
                      <a:pt x="32004" y="1925916"/>
                      <a:pt x="71438" y="1925916"/>
                    </a:cubicBezTo>
                    <a:cubicBezTo>
                      <a:pt x="563689" y="1925392"/>
                      <a:pt x="962644" y="1526628"/>
                      <a:pt x="963454" y="1034376"/>
                    </a:cubicBezTo>
                    <a:cubicBezTo>
                      <a:pt x="964263" y="463409"/>
                      <a:pt x="1426893" y="747"/>
                      <a:pt x="1997869" y="-39"/>
                    </a:cubicBezTo>
                    <a:lnTo>
                      <a:pt x="2950369" y="-39"/>
                    </a:lnTo>
                    <a:cubicBezTo>
                      <a:pt x="2989802" y="-39"/>
                      <a:pt x="3021806" y="31946"/>
                      <a:pt x="3021806" y="71399"/>
                    </a:cubicBezTo>
                    <a:cubicBezTo>
                      <a:pt x="3021806" y="110851"/>
                      <a:pt x="2989802" y="142836"/>
                      <a:pt x="2950369" y="142836"/>
                    </a:cubicBezTo>
                    <a:lnTo>
                      <a:pt x="1997869" y="142836"/>
                    </a:lnTo>
                    <a:cubicBezTo>
                      <a:pt x="1505712" y="143360"/>
                      <a:pt x="1106853" y="542210"/>
                      <a:pt x="1106329" y="1034376"/>
                    </a:cubicBezTo>
                    <a:cubicBezTo>
                      <a:pt x="1105519" y="1605542"/>
                      <a:pt x="642604" y="2068267"/>
                      <a:pt x="71438" y="2068791"/>
                    </a:cubicBezTo>
                    <a:close/>
                  </a:path>
                </a:pathLst>
              </a:custGeom>
              <a:grpFill/>
              <a:ln w="476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Dubai" panose="020B0503030403030204" pitchFamily="34" charset="-78"/>
                  <a:cs typeface="Dubai" panose="020B0503030403030204" pitchFamily="34" charset="-78"/>
                </a:endParaRPr>
              </a:p>
            </p:txBody>
          </p:sp>
        </p:grp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5EBAE7DF-C06E-6620-32CE-87EC3DB40937}"/>
                </a:ext>
              </a:extLst>
            </p:cNvPr>
            <p:cNvSpPr/>
            <p:nvPr/>
          </p:nvSpPr>
          <p:spPr>
            <a:xfrm>
              <a:off x="6096000" y="2792863"/>
              <a:ext cx="1927383" cy="2068829"/>
            </a:xfrm>
            <a:custGeom>
              <a:avLst/>
              <a:gdLst>
                <a:gd name="connsiteX0" fmla="*/ 1927384 w 1927383"/>
                <a:gd name="connsiteY0" fmla="*/ 2068791 h 2068829"/>
                <a:gd name="connsiteX1" fmla="*/ 892969 w 1927383"/>
                <a:gd name="connsiteY1" fmla="*/ 1035328 h 2068829"/>
                <a:gd name="connsiteX2" fmla="*/ 892969 w 1927383"/>
                <a:gd name="connsiteY2" fmla="*/ 1034376 h 2068829"/>
                <a:gd name="connsiteX3" fmla="*/ 0 w 1927383"/>
                <a:gd name="connsiteY3" fmla="*/ 142836 h 2068829"/>
                <a:gd name="connsiteX4" fmla="*/ 0 w 1927383"/>
                <a:gd name="connsiteY4" fmla="*/ -39 h 2068829"/>
                <a:gd name="connsiteX5" fmla="*/ 1035844 w 1927383"/>
                <a:gd name="connsiteY5" fmla="*/ 1034376 h 2068829"/>
                <a:gd name="connsiteX6" fmla="*/ 1926431 w 1927383"/>
                <a:gd name="connsiteY6" fmla="*/ 1925916 h 2068829"/>
                <a:gd name="connsiteX7" fmla="*/ 1927384 w 1927383"/>
                <a:gd name="connsiteY7" fmla="*/ 1925916 h 2068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27383" h="2068829">
                  <a:moveTo>
                    <a:pt x="1927384" y="2068791"/>
                  </a:moveTo>
                  <a:cubicBezTo>
                    <a:pt x="1356360" y="2069076"/>
                    <a:pt x="893254" y="1606352"/>
                    <a:pt x="892969" y="1035328"/>
                  </a:cubicBezTo>
                  <a:cubicBezTo>
                    <a:pt x="892969" y="1035009"/>
                    <a:pt x="892969" y="1034695"/>
                    <a:pt x="892969" y="1034376"/>
                  </a:cubicBezTo>
                  <a:cubicBezTo>
                    <a:pt x="892445" y="541652"/>
                    <a:pt x="492728" y="142574"/>
                    <a:pt x="0" y="142836"/>
                  </a:cubicBezTo>
                  <a:lnTo>
                    <a:pt x="0" y="-39"/>
                  </a:lnTo>
                  <a:cubicBezTo>
                    <a:pt x="571500" y="-39"/>
                    <a:pt x="1035034" y="462852"/>
                    <a:pt x="1035844" y="1034376"/>
                  </a:cubicBezTo>
                  <a:cubicBezTo>
                    <a:pt x="1035558" y="1526485"/>
                    <a:pt x="1434322" y="1925630"/>
                    <a:pt x="1926431" y="1925916"/>
                  </a:cubicBezTo>
                  <a:cubicBezTo>
                    <a:pt x="1926765" y="1925916"/>
                    <a:pt x="1927050" y="1925916"/>
                    <a:pt x="1927384" y="1925916"/>
                  </a:cubicBezTo>
                  <a:close/>
                </a:path>
              </a:pathLst>
            </a:custGeom>
            <a:solidFill>
              <a:schemeClr val="accent3"/>
            </a:solidFill>
            <a:ln w="476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Dubai" panose="020B0503030403030204" pitchFamily="34" charset="-78"/>
                <a:cs typeface="Dubai" panose="020B0503030403030204" pitchFamily="34" charset="-78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158C44D7-DB7F-560B-3647-49557773D5B8}"/>
                </a:ext>
              </a:extLst>
            </p:cNvPr>
            <p:cNvSpPr/>
            <p:nvPr/>
          </p:nvSpPr>
          <p:spPr>
            <a:xfrm>
              <a:off x="4170997" y="2792863"/>
              <a:ext cx="1925002" cy="2068829"/>
            </a:xfrm>
            <a:custGeom>
              <a:avLst/>
              <a:gdLst>
                <a:gd name="connsiteX0" fmla="*/ 0 w 1925002"/>
                <a:gd name="connsiteY0" fmla="*/ 2068791 h 2068829"/>
                <a:gd name="connsiteX1" fmla="*/ 0 w 1925002"/>
                <a:gd name="connsiteY1" fmla="*/ 1925916 h 2068829"/>
                <a:gd name="connsiteX2" fmla="*/ 891540 w 1925002"/>
                <a:gd name="connsiteY2" fmla="*/ 1034376 h 2068829"/>
                <a:gd name="connsiteX3" fmla="*/ 1925002 w 1925002"/>
                <a:gd name="connsiteY3" fmla="*/ -39 h 2068829"/>
                <a:gd name="connsiteX4" fmla="*/ 1925002 w 1925002"/>
                <a:gd name="connsiteY4" fmla="*/ 142836 h 2068829"/>
                <a:gd name="connsiteX5" fmla="*/ 1034415 w 1925002"/>
                <a:gd name="connsiteY5" fmla="*/ 1034376 h 2068829"/>
                <a:gd name="connsiteX6" fmla="*/ 0 w 1925002"/>
                <a:gd name="connsiteY6" fmla="*/ 2068791 h 2068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5002" h="2068829">
                  <a:moveTo>
                    <a:pt x="0" y="2068791"/>
                  </a:moveTo>
                  <a:lnTo>
                    <a:pt x="0" y="1925916"/>
                  </a:lnTo>
                  <a:cubicBezTo>
                    <a:pt x="492166" y="1925392"/>
                    <a:pt x="891016" y="1526532"/>
                    <a:pt x="891540" y="1034376"/>
                  </a:cubicBezTo>
                  <a:cubicBezTo>
                    <a:pt x="892588" y="463890"/>
                    <a:pt x="1354503" y="1533"/>
                    <a:pt x="1925002" y="-39"/>
                  </a:cubicBezTo>
                  <a:lnTo>
                    <a:pt x="1925002" y="142836"/>
                  </a:lnTo>
                  <a:cubicBezTo>
                    <a:pt x="1433322" y="144146"/>
                    <a:pt x="1035177" y="542691"/>
                    <a:pt x="1034415" y="1034376"/>
                  </a:cubicBezTo>
                  <a:cubicBezTo>
                    <a:pt x="1033891" y="1605447"/>
                    <a:pt x="571076" y="2068267"/>
                    <a:pt x="0" y="2068791"/>
                  </a:cubicBezTo>
                  <a:close/>
                </a:path>
              </a:pathLst>
            </a:custGeom>
            <a:solidFill>
              <a:schemeClr val="accent2"/>
            </a:solidFill>
            <a:ln w="476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Dubai" panose="020B0503030403030204" pitchFamily="34" charset="-78"/>
                <a:cs typeface="Dubai" panose="020B0503030403030204" pitchFamily="34" charset="-78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BBBC1F7-393B-68F6-4F54-B12CD0ABEE10}"/>
                </a:ext>
              </a:extLst>
            </p:cNvPr>
            <p:cNvSpPr/>
            <p:nvPr/>
          </p:nvSpPr>
          <p:spPr>
            <a:xfrm>
              <a:off x="1458753" y="2792863"/>
              <a:ext cx="2783681" cy="2068829"/>
            </a:xfrm>
            <a:custGeom>
              <a:avLst/>
              <a:gdLst>
                <a:gd name="connsiteX0" fmla="*/ 2712244 w 2783681"/>
                <a:gd name="connsiteY0" fmla="*/ 2068791 h 2068829"/>
                <a:gd name="connsiteX1" fmla="*/ 1677353 w 2783681"/>
                <a:gd name="connsiteY1" fmla="*/ 1034376 h 2068829"/>
                <a:gd name="connsiteX2" fmla="*/ 785813 w 2783681"/>
                <a:gd name="connsiteY2" fmla="*/ 142836 h 2068829"/>
                <a:gd name="connsiteX3" fmla="*/ 71438 w 2783681"/>
                <a:gd name="connsiteY3" fmla="*/ 142836 h 2068829"/>
                <a:gd name="connsiteX4" fmla="*/ 0 w 2783681"/>
                <a:gd name="connsiteY4" fmla="*/ 71399 h 2068829"/>
                <a:gd name="connsiteX5" fmla="*/ 71438 w 2783681"/>
                <a:gd name="connsiteY5" fmla="*/ -39 h 2068829"/>
                <a:gd name="connsiteX6" fmla="*/ 785813 w 2783681"/>
                <a:gd name="connsiteY6" fmla="*/ -39 h 2068829"/>
                <a:gd name="connsiteX7" fmla="*/ 1820228 w 2783681"/>
                <a:gd name="connsiteY7" fmla="*/ 1034376 h 2068829"/>
                <a:gd name="connsiteX8" fmla="*/ 2712244 w 2783681"/>
                <a:gd name="connsiteY8" fmla="*/ 1925916 h 2068829"/>
                <a:gd name="connsiteX9" fmla="*/ 2783682 w 2783681"/>
                <a:gd name="connsiteY9" fmla="*/ 1997353 h 2068829"/>
                <a:gd name="connsiteX10" fmla="*/ 2712244 w 2783681"/>
                <a:gd name="connsiteY10" fmla="*/ 2068791 h 2068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783681" h="2068829">
                  <a:moveTo>
                    <a:pt x="2712244" y="2068791"/>
                  </a:moveTo>
                  <a:cubicBezTo>
                    <a:pt x="2141092" y="2068267"/>
                    <a:pt x="1678138" y="1605542"/>
                    <a:pt x="1677353" y="1034376"/>
                  </a:cubicBezTo>
                  <a:cubicBezTo>
                    <a:pt x="1676829" y="542210"/>
                    <a:pt x="1277979" y="143360"/>
                    <a:pt x="785813" y="142836"/>
                  </a:cubicBezTo>
                  <a:lnTo>
                    <a:pt x="71438" y="142836"/>
                  </a:lnTo>
                  <a:cubicBezTo>
                    <a:pt x="31985" y="142836"/>
                    <a:pt x="0" y="110851"/>
                    <a:pt x="0" y="71399"/>
                  </a:cubicBezTo>
                  <a:cubicBezTo>
                    <a:pt x="0" y="31946"/>
                    <a:pt x="31985" y="-39"/>
                    <a:pt x="71438" y="-39"/>
                  </a:cubicBezTo>
                  <a:lnTo>
                    <a:pt x="785813" y="-39"/>
                  </a:lnTo>
                  <a:cubicBezTo>
                    <a:pt x="1356779" y="747"/>
                    <a:pt x="1819442" y="463409"/>
                    <a:pt x="1820228" y="1034376"/>
                  </a:cubicBezTo>
                  <a:cubicBezTo>
                    <a:pt x="1821013" y="1526628"/>
                    <a:pt x="2220002" y="1925392"/>
                    <a:pt x="2712244" y="1925916"/>
                  </a:cubicBezTo>
                  <a:cubicBezTo>
                    <a:pt x="2751697" y="1925916"/>
                    <a:pt x="2783682" y="1957919"/>
                    <a:pt x="2783682" y="1997353"/>
                  </a:cubicBezTo>
                  <a:cubicBezTo>
                    <a:pt x="2783682" y="2036786"/>
                    <a:pt x="2751697" y="2068791"/>
                    <a:pt x="2712244" y="2068791"/>
                  </a:cubicBezTo>
                  <a:close/>
                </a:path>
              </a:pathLst>
            </a:custGeom>
            <a:solidFill>
              <a:schemeClr val="accent1"/>
            </a:solidFill>
            <a:ln w="476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Dubai" panose="020B0503030403030204" pitchFamily="34" charset="-78"/>
                <a:cs typeface="Dubai" panose="020B0503030403030204" pitchFamily="34" charset="-78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624C9423-B411-F30A-7620-9E398887441B}"/>
                </a:ext>
              </a:extLst>
            </p:cNvPr>
            <p:cNvSpPr/>
            <p:nvPr/>
          </p:nvSpPr>
          <p:spPr>
            <a:xfrm>
              <a:off x="1112996" y="2655704"/>
              <a:ext cx="418147" cy="418147"/>
            </a:xfrm>
            <a:custGeom>
              <a:avLst/>
              <a:gdLst>
                <a:gd name="connsiteX0" fmla="*/ 0 w 418147"/>
                <a:gd name="connsiteY0" fmla="*/ 209035 h 418147"/>
                <a:gd name="connsiteX1" fmla="*/ 209074 w 418147"/>
                <a:gd name="connsiteY1" fmla="*/ -39 h 418147"/>
                <a:gd name="connsiteX2" fmla="*/ 418148 w 418147"/>
                <a:gd name="connsiteY2" fmla="*/ 209035 h 418147"/>
                <a:gd name="connsiteX3" fmla="*/ 209074 w 418147"/>
                <a:gd name="connsiteY3" fmla="*/ 418108 h 418147"/>
                <a:gd name="connsiteX4" fmla="*/ 0 w 418147"/>
                <a:gd name="connsiteY4" fmla="*/ 209035 h 418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147" h="418147">
                  <a:moveTo>
                    <a:pt x="0" y="209035"/>
                  </a:moveTo>
                  <a:cubicBezTo>
                    <a:pt x="0" y="93568"/>
                    <a:pt x="93607" y="-39"/>
                    <a:pt x="209074" y="-39"/>
                  </a:cubicBezTo>
                  <a:cubicBezTo>
                    <a:pt x="324541" y="-39"/>
                    <a:pt x="418148" y="93568"/>
                    <a:pt x="418148" y="209035"/>
                  </a:cubicBezTo>
                  <a:cubicBezTo>
                    <a:pt x="418148" y="324502"/>
                    <a:pt x="324541" y="418108"/>
                    <a:pt x="209074" y="418108"/>
                  </a:cubicBezTo>
                  <a:cubicBezTo>
                    <a:pt x="93607" y="418108"/>
                    <a:pt x="0" y="324502"/>
                    <a:pt x="0" y="209035"/>
                  </a:cubicBezTo>
                  <a:close/>
                </a:path>
              </a:pathLst>
            </a:custGeom>
            <a:noFill/>
            <a:ln w="142875" cap="rnd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Dubai" panose="020B0503030403030204" pitchFamily="34" charset="-78"/>
                <a:cs typeface="Dubai" panose="020B0503030403030204" pitchFamily="34" charset="-78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7B4E7133-4EB0-2697-CD78-2C605AADEE00}"/>
                </a:ext>
              </a:extLst>
            </p:cNvPr>
            <p:cNvSpPr/>
            <p:nvPr/>
          </p:nvSpPr>
          <p:spPr>
            <a:xfrm>
              <a:off x="0" y="2706662"/>
              <a:ext cx="12192000" cy="2238374"/>
            </a:xfrm>
            <a:custGeom>
              <a:avLst/>
              <a:gdLst>
                <a:gd name="connsiteX0" fmla="*/ 12192000 w 12192000"/>
                <a:gd name="connsiteY0" fmla="*/ 2238335 h 2238374"/>
                <a:gd name="connsiteX1" fmla="*/ 9949815 w 12192000"/>
                <a:gd name="connsiteY1" fmla="*/ 2238335 h 2238374"/>
                <a:gd name="connsiteX2" fmla="*/ 8832056 w 12192000"/>
                <a:gd name="connsiteY2" fmla="*/ 1120577 h 2238374"/>
                <a:gd name="connsiteX3" fmla="*/ 8020479 w 12192000"/>
                <a:gd name="connsiteY3" fmla="*/ 312933 h 2238374"/>
                <a:gd name="connsiteX4" fmla="*/ 7450931 w 12192000"/>
                <a:gd name="connsiteY4" fmla="*/ 549077 h 2238374"/>
                <a:gd name="connsiteX5" fmla="*/ 7212806 w 12192000"/>
                <a:gd name="connsiteY5" fmla="*/ 1120577 h 2238374"/>
                <a:gd name="connsiteX6" fmla="*/ 6071711 w 12192000"/>
                <a:gd name="connsiteY6" fmla="*/ 2215475 h 2238374"/>
                <a:gd name="connsiteX7" fmla="*/ 4976813 w 12192000"/>
                <a:gd name="connsiteY7" fmla="*/ 1120577 h 2238374"/>
                <a:gd name="connsiteX8" fmla="*/ 4124487 w 12192000"/>
                <a:gd name="connsiteY8" fmla="*/ 356034 h 2238374"/>
                <a:gd name="connsiteX9" fmla="*/ 3359944 w 12192000"/>
                <a:gd name="connsiteY9" fmla="*/ 1120577 h 2238374"/>
                <a:gd name="connsiteX10" fmla="*/ 2242185 w 12192000"/>
                <a:gd name="connsiteY10" fmla="*/ 2238335 h 2238374"/>
                <a:gd name="connsiteX11" fmla="*/ 0 w 12192000"/>
                <a:gd name="connsiteY11" fmla="*/ 2238335 h 2238374"/>
                <a:gd name="connsiteX12" fmla="*/ 0 w 12192000"/>
                <a:gd name="connsiteY12" fmla="*/ 1928773 h 2238374"/>
                <a:gd name="connsiteX13" fmla="*/ 2244566 w 12192000"/>
                <a:gd name="connsiteY13" fmla="*/ 1928773 h 2238374"/>
                <a:gd name="connsiteX14" fmla="*/ 3054191 w 12192000"/>
                <a:gd name="connsiteY14" fmla="*/ 1119148 h 2238374"/>
                <a:gd name="connsiteX15" fmla="*/ 4173379 w 12192000"/>
                <a:gd name="connsiteY15" fmla="*/ -39 h 2238374"/>
                <a:gd name="connsiteX16" fmla="*/ 5292566 w 12192000"/>
                <a:gd name="connsiteY16" fmla="*/ 1119148 h 2238374"/>
                <a:gd name="connsiteX17" fmla="*/ 6102192 w 12192000"/>
                <a:gd name="connsiteY17" fmla="*/ 1928773 h 2238374"/>
                <a:gd name="connsiteX18" fmla="*/ 6911817 w 12192000"/>
                <a:gd name="connsiteY18" fmla="*/ 1119148 h 2238374"/>
                <a:gd name="connsiteX19" fmla="*/ 8052911 w 12192000"/>
                <a:gd name="connsiteY19" fmla="*/ 24226 h 2238374"/>
                <a:gd name="connsiteX20" fmla="*/ 9147810 w 12192000"/>
                <a:gd name="connsiteY20" fmla="*/ 1119148 h 2238374"/>
                <a:gd name="connsiteX21" fmla="*/ 9957435 w 12192000"/>
                <a:gd name="connsiteY21" fmla="*/ 1928773 h 2238374"/>
                <a:gd name="connsiteX22" fmla="*/ 12192000 w 12192000"/>
                <a:gd name="connsiteY22" fmla="*/ 1928773 h 2238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192000" h="2238374">
                  <a:moveTo>
                    <a:pt x="12192000" y="2238335"/>
                  </a:moveTo>
                  <a:lnTo>
                    <a:pt x="9949815" y="2238335"/>
                  </a:lnTo>
                  <a:cubicBezTo>
                    <a:pt x="9332833" y="2237526"/>
                    <a:pt x="8832866" y="1737559"/>
                    <a:pt x="8832056" y="1120577"/>
                  </a:cubicBezTo>
                  <a:cubicBezTo>
                    <a:pt x="8830961" y="673435"/>
                    <a:pt x="8467582" y="311843"/>
                    <a:pt x="8020479" y="312933"/>
                  </a:cubicBezTo>
                  <a:cubicBezTo>
                    <a:pt x="7806881" y="313457"/>
                    <a:pt x="7602189" y="398330"/>
                    <a:pt x="7450931" y="549077"/>
                  </a:cubicBezTo>
                  <a:cubicBezTo>
                    <a:pt x="7298103" y="699934"/>
                    <a:pt x="7212330" y="905850"/>
                    <a:pt x="7212806" y="1120577"/>
                  </a:cubicBezTo>
                  <a:cubicBezTo>
                    <a:pt x="7200043" y="1738035"/>
                    <a:pt x="6689170" y="2228239"/>
                    <a:pt x="6071711" y="2215475"/>
                  </a:cubicBezTo>
                  <a:cubicBezTo>
                    <a:pt x="5472208" y="2203140"/>
                    <a:pt x="4989195" y="1720080"/>
                    <a:pt x="4976813" y="1120577"/>
                  </a:cubicBezTo>
                  <a:cubicBezTo>
                    <a:pt x="4952571" y="674093"/>
                    <a:pt x="4570972" y="331793"/>
                    <a:pt x="4124487" y="356034"/>
                  </a:cubicBezTo>
                  <a:cubicBezTo>
                    <a:pt x="3711878" y="378437"/>
                    <a:pt x="3382347" y="707968"/>
                    <a:pt x="3359944" y="1120577"/>
                  </a:cubicBezTo>
                  <a:cubicBezTo>
                    <a:pt x="3359158" y="1737559"/>
                    <a:pt x="2859181" y="2237526"/>
                    <a:pt x="2242185" y="2238335"/>
                  </a:cubicBezTo>
                  <a:lnTo>
                    <a:pt x="0" y="2238335"/>
                  </a:lnTo>
                  <a:lnTo>
                    <a:pt x="0" y="1928773"/>
                  </a:lnTo>
                  <a:lnTo>
                    <a:pt x="2244566" y="1928773"/>
                  </a:lnTo>
                  <a:cubicBezTo>
                    <a:pt x="2691708" y="1928773"/>
                    <a:pt x="3054191" y="1566299"/>
                    <a:pt x="3054191" y="1119148"/>
                  </a:cubicBezTo>
                  <a:cubicBezTo>
                    <a:pt x="3054191" y="501038"/>
                    <a:pt x="3555268" y="-39"/>
                    <a:pt x="4173379" y="-39"/>
                  </a:cubicBezTo>
                  <a:cubicBezTo>
                    <a:pt x="4791504" y="-39"/>
                    <a:pt x="5292566" y="501038"/>
                    <a:pt x="5292566" y="1119148"/>
                  </a:cubicBezTo>
                  <a:cubicBezTo>
                    <a:pt x="5292566" y="1566299"/>
                    <a:pt x="5655040" y="1928773"/>
                    <a:pt x="6102192" y="1928773"/>
                  </a:cubicBezTo>
                  <a:cubicBezTo>
                    <a:pt x="6549342" y="1928773"/>
                    <a:pt x="6911817" y="1566299"/>
                    <a:pt x="6911817" y="1119148"/>
                  </a:cubicBezTo>
                  <a:cubicBezTo>
                    <a:pt x="6924580" y="501695"/>
                    <a:pt x="7435453" y="11481"/>
                    <a:pt x="8052911" y="24226"/>
                  </a:cubicBezTo>
                  <a:cubicBezTo>
                    <a:pt x="8652414" y="36603"/>
                    <a:pt x="9135428" y="519640"/>
                    <a:pt x="9147810" y="1119148"/>
                  </a:cubicBezTo>
                  <a:cubicBezTo>
                    <a:pt x="9147810" y="1566299"/>
                    <a:pt x="9510284" y="1928773"/>
                    <a:pt x="9957435" y="1928773"/>
                  </a:cubicBezTo>
                  <a:lnTo>
                    <a:pt x="12192000" y="1928773"/>
                  </a:lnTo>
                  <a:close/>
                </a:path>
              </a:pathLst>
            </a:custGeom>
            <a:solidFill>
              <a:schemeClr val="accent1"/>
            </a:solidFill>
            <a:ln w="476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Dubai" panose="020B0503030403030204" pitchFamily="34" charset="-78"/>
                <a:cs typeface="Dubai" panose="020B0503030403030204" pitchFamily="34" charset="-78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583387A5-FD8B-AB63-9486-8FC652534C56}"/>
                </a:ext>
              </a:extLst>
            </p:cNvPr>
            <p:cNvSpPr/>
            <p:nvPr/>
          </p:nvSpPr>
          <p:spPr>
            <a:xfrm>
              <a:off x="0" y="4781683"/>
              <a:ext cx="47625" cy="18097"/>
            </a:xfrm>
            <a:custGeom>
              <a:avLst/>
              <a:gdLst>
                <a:gd name="connsiteX0" fmla="*/ 0 w 47625"/>
                <a:gd name="connsiteY0" fmla="*/ 0 h 18097"/>
                <a:gd name="connsiteX1" fmla="*/ 47625 w 47625"/>
                <a:gd name="connsiteY1" fmla="*/ 0 h 18097"/>
                <a:gd name="connsiteX2" fmla="*/ 47625 w 47625"/>
                <a:gd name="connsiteY2" fmla="*/ 18097 h 18097"/>
                <a:gd name="connsiteX3" fmla="*/ 0 w 47625"/>
                <a:gd name="connsiteY3" fmla="*/ 18097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5" h="18097">
                  <a:moveTo>
                    <a:pt x="0" y="0"/>
                  </a:moveTo>
                  <a:lnTo>
                    <a:pt x="47625" y="0"/>
                  </a:lnTo>
                  <a:lnTo>
                    <a:pt x="47625" y="18097"/>
                  </a:lnTo>
                  <a:lnTo>
                    <a:pt x="0" y="18097"/>
                  </a:lnTo>
                  <a:close/>
                </a:path>
              </a:pathLst>
            </a:custGeom>
            <a:solidFill>
              <a:srgbClr val="FFFFFF"/>
            </a:solidFill>
            <a:ln w="476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Dubai" panose="020B0503030403030204" pitchFamily="34" charset="-78"/>
                <a:cs typeface="Dubai" panose="020B0503030403030204" pitchFamily="34" charset="-78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2232B1D-5A20-E444-6CCB-AC0E298871E2}"/>
                </a:ext>
              </a:extLst>
            </p:cNvPr>
            <p:cNvSpPr/>
            <p:nvPr/>
          </p:nvSpPr>
          <p:spPr>
            <a:xfrm>
              <a:off x="142875" y="2854300"/>
              <a:ext cx="11901963" cy="1945004"/>
            </a:xfrm>
            <a:custGeom>
              <a:avLst/>
              <a:gdLst>
                <a:gd name="connsiteX0" fmla="*/ 11901964 w 11901963"/>
                <a:gd name="connsiteY0" fmla="*/ 1944965 h 1945004"/>
                <a:gd name="connsiteX1" fmla="*/ 11806714 w 11901963"/>
                <a:gd name="connsiteY1" fmla="*/ 1944965 h 1945004"/>
                <a:gd name="connsiteX2" fmla="*/ 11806714 w 11901963"/>
                <a:gd name="connsiteY2" fmla="*/ 1926868 h 1945004"/>
                <a:gd name="connsiteX3" fmla="*/ 11901964 w 11901963"/>
                <a:gd name="connsiteY3" fmla="*/ 1926868 h 1945004"/>
                <a:gd name="connsiteX4" fmla="*/ 11711464 w 11901963"/>
                <a:gd name="connsiteY4" fmla="*/ 1944965 h 1945004"/>
                <a:gd name="connsiteX5" fmla="*/ 11616214 w 11901963"/>
                <a:gd name="connsiteY5" fmla="*/ 1944965 h 1945004"/>
                <a:gd name="connsiteX6" fmla="*/ 11616214 w 11901963"/>
                <a:gd name="connsiteY6" fmla="*/ 1926868 h 1945004"/>
                <a:gd name="connsiteX7" fmla="*/ 11711464 w 11901963"/>
                <a:gd name="connsiteY7" fmla="*/ 1926868 h 1945004"/>
                <a:gd name="connsiteX8" fmla="*/ 11520964 w 11901963"/>
                <a:gd name="connsiteY8" fmla="*/ 1944965 h 1945004"/>
                <a:gd name="connsiteX9" fmla="*/ 11425714 w 11901963"/>
                <a:gd name="connsiteY9" fmla="*/ 1944965 h 1945004"/>
                <a:gd name="connsiteX10" fmla="*/ 11425714 w 11901963"/>
                <a:gd name="connsiteY10" fmla="*/ 1926868 h 1945004"/>
                <a:gd name="connsiteX11" fmla="*/ 11520964 w 11901963"/>
                <a:gd name="connsiteY11" fmla="*/ 1926868 h 1945004"/>
                <a:gd name="connsiteX12" fmla="*/ 11330464 w 11901963"/>
                <a:gd name="connsiteY12" fmla="*/ 1944965 h 1945004"/>
                <a:gd name="connsiteX13" fmla="*/ 11235214 w 11901963"/>
                <a:gd name="connsiteY13" fmla="*/ 1944965 h 1945004"/>
                <a:gd name="connsiteX14" fmla="*/ 11235214 w 11901963"/>
                <a:gd name="connsiteY14" fmla="*/ 1926868 h 1945004"/>
                <a:gd name="connsiteX15" fmla="*/ 11330464 w 11901963"/>
                <a:gd name="connsiteY15" fmla="*/ 1926868 h 1945004"/>
                <a:gd name="connsiteX16" fmla="*/ 11139964 w 11901963"/>
                <a:gd name="connsiteY16" fmla="*/ 1944965 h 1945004"/>
                <a:gd name="connsiteX17" fmla="*/ 11044714 w 11901963"/>
                <a:gd name="connsiteY17" fmla="*/ 1944965 h 1945004"/>
                <a:gd name="connsiteX18" fmla="*/ 11044714 w 11901963"/>
                <a:gd name="connsiteY18" fmla="*/ 1926868 h 1945004"/>
                <a:gd name="connsiteX19" fmla="*/ 11139964 w 11901963"/>
                <a:gd name="connsiteY19" fmla="*/ 1926868 h 1945004"/>
                <a:gd name="connsiteX20" fmla="*/ 10949464 w 11901963"/>
                <a:gd name="connsiteY20" fmla="*/ 1944965 h 1945004"/>
                <a:gd name="connsiteX21" fmla="*/ 10854214 w 11901963"/>
                <a:gd name="connsiteY21" fmla="*/ 1944965 h 1945004"/>
                <a:gd name="connsiteX22" fmla="*/ 10854214 w 11901963"/>
                <a:gd name="connsiteY22" fmla="*/ 1926868 h 1945004"/>
                <a:gd name="connsiteX23" fmla="*/ 10949464 w 11901963"/>
                <a:gd name="connsiteY23" fmla="*/ 1926868 h 1945004"/>
                <a:gd name="connsiteX24" fmla="*/ 10758964 w 11901963"/>
                <a:gd name="connsiteY24" fmla="*/ 1944965 h 1945004"/>
                <a:gd name="connsiteX25" fmla="*/ 10663714 w 11901963"/>
                <a:gd name="connsiteY25" fmla="*/ 1944965 h 1945004"/>
                <a:gd name="connsiteX26" fmla="*/ 10663714 w 11901963"/>
                <a:gd name="connsiteY26" fmla="*/ 1926868 h 1945004"/>
                <a:gd name="connsiteX27" fmla="*/ 10758964 w 11901963"/>
                <a:gd name="connsiteY27" fmla="*/ 1926868 h 1945004"/>
                <a:gd name="connsiteX28" fmla="*/ 10568464 w 11901963"/>
                <a:gd name="connsiteY28" fmla="*/ 1944965 h 1945004"/>
                <a:gd name="connsiteX29" fmla="*/ 10473214 w 11901963"/>
                <a:gd name="connsiteY29" fmla="*/ 1944965 h 1945004"/>
                <a:gd name="connsiteX30" fmla="*/ 10473214 w 11901963"/>
                <a:gd name="connsiteY30" fmla="*/ 1926868 h 1945004"/>
                <a:gd name="connsiteX31" fmla="*/ 10568464 w 11901963"/>
                <a:gd name="connsiteY31" fmla="*/ 1926868 h 1945004"/>
                <a:gd name="connsiteX32" fmla="*/ 10377964 w 11901963"/>
                <a:gd name="connsiteY32" fmla="*/ 1944965 h 1945004"/>
                <a:gd name="connsiteX33" fmla="*/ 10282714 w 11901963"/>
                <a:gd name="connsiteY33" fmla="*/ 1944965 h 1945004"/>
                <a:gd name="connsiteX34" fmla="*/ 10282714 w 11901963"/>
                <a:gd name="connsiteY34" fmla="*/ 1926868 h 1945004"/>
                <a:gd name="connsiteX35" fmla="*/ 10377964 w 11901963"/>
                <a:gd name="connsiteY35" fmla="*/ 1926868 h 1945004"/>
                <a:gd name="connsiteX36" fmla="*/ 10187464 w 11901963"/>
                <a:gd name="connsiteY36" fmla="*/ 1944965 h 1945004"/>
                <a:gd name="connsiteX37" fmla="*/ 10092214 w 11901963"/>
                <a:gd name="connsiteY37" fmla="*/ 1944965 h 1945004"/>
                <a:gd name="connsiteX38" fmla="*/ 10092214 w 11901963"/>
                <a:gd name="connsiteY38" fmla="*/ 1926868 h 1945004"/>
                <a:gd name="connsiteX39" fmla="*/ 10187464 w 11901963"/>
                <a:gd name="connsiteY39" fmla="*/ 1926868 h 1945004"/>
                <a:gd name="connsiteX40" fmla="*/ 9996964 w 11901963"/>
                <a:gd name="connsiteY40" fmla="*/ 1944965 h 1945004"/>
                <a:gd name="connsiteX41" fmla="*/ 9901714 w 11901963"/>
                <a:gd name="connsiteY41" fmla="*/ 1944965 h 1945004"/>
                <a:gd name="connsiteX42" fmla="*/ 9901714 w 11901963"/>
                <a:gd name="connsiteY42" fmla="*/ 1926868 h 1945004"/>
                <a:gd name="connsiteX43" fmla="*/ 9996964 w 11901963"/>
                <a:gd name="connsiteY43" fmla="*/ 1926868 h 1945004"/>
                <a:gd name="connsiteX44" fmla="*/ 9806464 w 11901963"/>
                <a:gd name="connsiteY44" fmla="*/ 1944965 h 1945004"/>
                <a:gd name="connsiteX45" fmla="*/ 9711214 w 11901963"/>
                <a:gd name="connsiteY45" fmla="*/ 1940203 h 1945004"/>
                <a:gd name="connsiteX46" fmla="*/ 9711214 w 11901963"/>
                <a:gd name="connsiteY46" fmla="*/ 1922106 h 1945004"/>
                <a:gd name="connsiteX47" fmla="*/ 9806464 w 11901963"/>
                <a:gd name="connsiteY47" fmla="*/ 1926868 h 1945004"/>
                <a:gd name="connsiteX48" fmla="*/ 2103596 w 11901963"/>
                <a:gd name="connsiteY48" fmla="*/ 1944965 h 1945004"/>
                <a:gd name="connsiteX49" fmla="*/ 2095500 w 11901963"/>
                <a:gd name="connsiteY49" fmla="*/ 1944965 h 1945004"/>
                <a:gd name="connsiteX50" fmla="*/ 2095500 w 11901963"/>
                <a:gd name="connsiteY50" fmla="*/ 1926868 h 1945004"/>
                <a:gd name="connsiteX51" fmla="*/ 2099786 w 11901963"/>
                <a:gd name="connsiteY51" fmla="*/ 1926868 h 1945004"/>
                <a:gd name="connsiteX52" fmla="*/ 2189798 w 11901963"/>
                <a:gd name="connsiteY52" fmla="*/ 1923058 h 1945004"/>
                <a:gd name="connsiteX53" fmla="*/ 2189798 w 11901963"/>
                <a:gd name="connsiteY53" fmla="*/ 1940679 h 1945004"/>
                <a:gd name="connsiteX54" fmla="*/ 2101691 w 11901963"/>
                <a:gd name="connsiteY54" fmla="*/ 1944965 h 1945004"/>
                <a:gd name="connsiteX55" fmla="*/ 2004060 w 11901963"/>
                <a:gd name="connsiteY55" fmla="*/ 1944965 h 1945004"/>
                <a:gd name="connsiteX56" fmla="*/ 1905000 w 11901963"/>
                <a:gd name="connsiteY56" fmla="*/ 1944965 h 1945004"/>
                <a:gd name="connsiteX57" fmla="*/ 1905000 w 11901963"/>
                <a:gd name="connsiteY57" fmla="*/ 1926868 h 1945004"/>
                <a:gd name="connsiteX58" fmla="*/ 2000250 w 11901963"/>
                <a:gd name="connsiteY58" fmla="*/ 1926868 h 1945004"/>
                <a:gd name="connsiteX59" fmla="*/ 1813560 w 11901963"/>
                <a:gd name="connsiteY59" fmla="*/ 1944965 h 1945004"/>
                <a:gd name="connsiteX60" fmla="*/ 1714500 w 11901963"/>
                <a:gd name="connsiteY60" fmla="*/ 1944965 h 1945004"/>
                <a:gd name="connsiteX61" fmla="*/ 1714500 w 11901963"/>
                <a:gd name="connsiteY61" fmla="*/ 1926868 h 1945004"/>
                <a:gd name="connsiteX62" fmla="*/ 1809750 w 11901963"/>
                <a:gd name="connsiteY62" fmla="*/ 1926868 h 1945004"/>
                <a:gd name="connsiteX63" fmla="*/ 1623060 w 11901963"/>
                <a:gd name="connsiteY63" fmla="*/ 1944965 h 1945004"/>
                <a:gd name="connsiteX64" fmla="*/ 1524000 w 11901963"/>
                <a:gd name="connsiteY64" fmla="*/ 1944965 h 1945004"/>
                <a:gd name="connsiteX65" fmla="*/ 1524000 w 11901963"/>
                <a:gd name="connsiteY65" fmla="*/ 1926868 h 1945004"/>
                <a:gd name="connsiteX66" fmla="*/ 1619250 w 11901963"/>
                <a:gd name="connsiteY66" fmla="*/ 1926868 h 1945004"/>
                <a:gd name="connsiteX67" fmla="*/ 1432560 w 11901963"/>
                <a:gd name="connsiteY67" fmla="*/ 1944965 h 1945004"/>
                <a:gd name="connsiteX68" fmla="*/ 1333500 w 11901963"/>
                <a:gd name="connsiteY68" fmla="*/ 1944965 h 1945004"/>
                <a:gd name="connsiteX69" fmla="*/ 1333500 w 11901963"/>
                <a:gd name="connsiteY69" fmla="*/ 1926868 h 1945004"/>
                <a:gd name="connsiteX70" fmla="*/ 1428750 w 11901963"/>
                <a:gd name="connsiteY70" fmla="*/ 1926868 h 1945004"/>
                <a:gd name="connsiteX71" fmla="*/ 1242060 w 11901963"/>
                <a:gd name="connsiteY71" fmla="*/ 1944965 h 1945004"/>
                <a:gd name="connsiteX72" fmla="*/ 1143000 w 11901963"/>
                <a:gd name="connsiteY72" fmla="*/ 1944965 h 1945004"/>
                <a:gd name="connsiteX73" fmla="*/ 1143000 w 11901963"/>
                <a:gd name="connsiteY73" fmla="*/ 1926868 h 1945004"/>
                <a:gd name="connsiteX74" fmla="*/ 1238250 w 11901963"/>
                <a:gd name="connsiteY74" fmla="*/ 1926868 h 1945004"/>
                <a:gd name="connsiteX75" fmla="*/ 1051560 w 11901963"/>
                <a:gd name="connsiteY75" fmla="*/ 1944965 h 1945004"/>
                <a:gd name="connsiteX76" fmla="*/ 952500 w 11901963"/>
                <a:gd name="connsiteY76" fmla="*/ 1944965 h 1945004"/>
                <a:gd name="connsiteX77" fmla="*/ 952500 w 11901963"/>
                <a:gd name="connsiteY77" fmla="*/ 1926868 h 1945004"/>
                <a:gd name="connsiteX78" fmla="*/ 1047750 w 11901963"/>
                <a:gd name="connsiteY78" fmla="*/ 1926868 h 1945004"/>
                <a:gd name="connsiteX79" fmla="*/ 861060 w 11901963"/>
                <a:gd name="connsiteY79" fmla="*/ 1944965 h 1945004"/>
                <a:gd name="connsiteX80" fmla="*/ 762000 w 11901963"/>
                <a:gd name="connsiteY80" fmla="*/ 1944965 h 1945004"/>
                <a:gd name="connsiteX81" fmla="*/ 762000 w 11901963"/>
                <a:gd name="connsiteY81" fmla="*/ 1926868 h 1945004"/>
                <a:gd name="connsiteX82" fmla="*/ 857250 w 11901963"/>
                <a:gd name="connsiteY82" fmla="*/ 1926868 h 1945004"/>
                <a:gd name="connsiteX83" fmla="*/ 670560 w 11901963"/>
                <a:gd name="connsiteY83" fmla="*/ 1944965 h 1945004"/>
                <a:gd name="connsiteX84" fmla="*/ 571500 w 11901963"/>
                <a:gd name="connsiteY84" fmla="*/ 1944965 h 1945004"/>
                <a:gd name="connsiteX85" fmla="*/ 571500 w 11901963"/>
                <a:gd name="connsiteY85" fmla="*/ 1926868 h 1945004"/>
                <a:gd name="connsiteX86" fmla="*/ 666750 w 11901963"/>
                <a:gd name="connsiteY86" fmla="*/ 1926868 h 1945004"/>
                <a:gd name="connsiteX87" fmla="*/ 480060 w 11901963"/>
                <a:gd name="connsiteY87" fmla="*/ 1944965 h 1945004"/>
                <a:gd name="connsiteX88" fmla="*/ 381000 w 11901963"/>
                <a:gd name="connsiteY88" fmla="*/ 1944965 h 1945004"/>
                <a:gd name="connsiteX89" fmla="*/ 381000 w 11901963"/>
                <a:gd name="connsiteY89" fmla="*/ 1926868 h 1945004"/>
                <a:gd name="connsiteX90" fmla="*/ 476250 w 11901963"/>
                <a:gd name="connsiteY90" fmla="*/ 1926868 h 1945004"/>
                <a:gd name="connsiteX91" fmla="*/ 289560 w 11901963"/>
                <a:gd name="connsiteY91" fmla="*/ 1944965 h 1945004"/>
                <a:gd name="connsiteX92" fmla="*/ 190500 w 11901963"/>
                <a:gd name="connsiteY92" fmla="*/ 1944965 h 1945004"/>
                <a:gd name="connsiteX93" fmla="*/ 190500 w 11901963"/>
                <a:gd name="connsiteY93" fmla="*/ 1926868 h 1945004"/>
                <a:gd name="connsiteX94" fmla="*/ 285750 w 11901963"/>
                <a:gd name="connsiteY94" fmla="*/ 1926868 h 1945004"/>
                <a:gd name="connsiteX95" fmla="*/ 99060 w 11901963"/>
                <a:gd name="connsiteY95" fmla="*/ 1944965 h 1945004"/>
                <a:gd name="connsiteX96" fmla="*/ 0 w 11901963"/>
                <a:gd name="connsiteY96" fmla="*/ 1944965 h 1945004"/>
                <a:gd name="connsiteX97" fmla="*/ 0 w 11901963"/>
                <a:gd name="connsiteY97" fmla="*/ 1926868 h 1945004"/>
                <a:gd name="connsiteX98" fmla="*/ 95250 w 11901963"/>
                <a:gd name="connsiteY98" fmla="*/ 1926868 h 1945004"/>
                <a:gd name="connsiteX99" fmla="*/ 6004560 w 11901963"/>
                <a:gd name="connsiteY99" fmla="*/ 1944965 h 1945004"/>
                <a:gd name="connsiteX100" fmla="*/ 6004560 w 11901963"/>
                <a:gd name="connsiteY100" fmla="*/ 1926868 h 1945004"/>
                <a:gd name="connsiteX101" fmla="*/ 6099810 w 11901963"/>
                <a:gd name="connsiteY101" fmla="*/ 1918295 h 1945004"/>
                <a:gd name="connsiteX102" fmla="*/ 6102192 w 11901963"/>
                <a:gd name="connsiteY102" fmla="*/ 1935917 h 1945004"/>
                <a:gd name="connsiteX103" fmla="*/ 6000750 w 11901963"/>
                <a:gd name="connsiteY103" fmla="*/ 1944013 h 1945004"/>
                <a:gd name="connsiteX104" fmla="*/ 5909310 w 11901963"/>
                <a:gd name="connsiteY104" fmla="*/ 1944965 h 1945004"/>
                <a:gd name="connsiteX105" fmla="*/ 5814060 w 11901963"/>
                <a:gd name="connsiteY105" fmla="*/ 1935440 h 1945004"/>
                <a:gd name="connsiteX106" fmla="*/ 5814060 w 11901963"/>
                <a:gd name="connsiteY106" fmla="*/ 1917819 h 1945004"/>
                <a:gd name="connsiteX107" fmla="*/ 5909310 w 11901963"/>
                <a:gd name="connsiteY107" fmla="*/ 1927344 h 1945004"/>
                <a:gd name="connsiteX108" fmla="*/ 2295049 w 11901963"/>
                <a:gd name="connsiteY108" fmla="*/ 1928297 h 1945004"/>
                <a:gd name="connsiteX109" fmla="*/ 2291715 w 11901963"/>
                <a:gd name="connsiteY109" fmla="*/ 1910675 h 1945004"/>
                <a:gd name="connsiteX110" fmla="*/ 2383631 w 11901963"/>
                <a:gd name="connsiteY110" fmla="*/ 1888292 h 1945004"/>
                <a:gd name="connsiteX111" fmla="*/ 2388394 w 11901963"/>
                <a:gd name="connsiteY111" fmla="*/ 1905437 h 1945004"/>
                <a:gd name="connsiteX112" fmla="*/ 2288381 w 11901963"/>
                <a:gd name="connsiteY112" fmla="*/ 1926868 h 1945004"/>
                <a:gd name="connsiteX113" fmla="*/ 9620250 w 11901963"/>
                <a:gd name="connsiteY113" fmla="*/ 1928297 h 1945004"/>
                <a:gd name="connsiteX114" fmla="*/ 9525000 w 11901963"/>
                <a:gd name="connsiteY114" fmla="*/ 1904960 h 1945004"/>
                <a:gd name="connsiteX115" fmla="*/ 9530239 w 11901963"/>
                <a:gd name="connsiteY115" fmla="*/ 1887815 h 1945004"/>
                <a:gd name="connsiteX116" fmla="*/ 9621679 w 11901963"/>
                <a:gd name="connsiteY116" fmla="*/ 1911152 h 1945004"/>
                <a:gd name="connsiteX117" fmla="*/ 6191250 w 11901963"/>
                <a:gd name="connsiteY117" fmla="*/ 1916390 h 1945004"/>
                <a:gd name="connsiteX118" fmla="*/ 6186964 w 11901963"/>
                <a:gd name="connsiteY118" fmla="*/ 1899245 h 1945004"/>
                <a:gd name="connsiteX119" fmla="*/ 6277451 w 11901963"/>
                <a:gd name="connsiteY119" fmla="*/ 1871623 h 1945004"/>
                <a:gd name="connsiteX120" fmla="*/ 6283643 w 11901963"/>
                <a:gd name="connsiteY120" fmla="*/ 1888768 h 1945004"/>
                <a:gd name="connsiteX121" fmla="*/ 6191250 w 11901963"/>
                <a:gd name="connsiteY121" fmla="*/ 1916390 h 1945004"/>
                <a:gd name="connsiteX122" fmla="*/ 5715000 w 11901963"/>
                <a:gd name="connsiteY122" fmla="*/ 1916390 h 1945004"/>
                <a:gd name="connsiteX123" fmla="*/ 5623084 w 11901963"/>
                <a:gd name="connsiteY123" fmla="*/ 1888292 h 1945004"/>
                <a:gd name="connsiteX124" fmla="*/ 5629275 w 11901963"/>
                <a:gd name="connsiteY124" fmla="*/ 1871147 h 1945004"/>
                <a:gd name="connsiteX125" fmla="*/ 5719286 w 11901963"/>
                <a:gd name="connsiteY125" fmla="*/ 1899245 h 1945004"/>
                <a:gd name="connsiteX126" fmla="*/ 2476500 w 11901963"/>
                <a:gd name="connsiteY126" fmla="*/ 1873528 h 1945004"/>
                <a:gd name="connsiteX127" fmla="*/ 2469356 w 11901963"/>
                <a:gd name="connsiteY127" fmla="*/ 1856859 h 1945004"/>
                <a:gd name="connsiteX128" fmla="*/ 2555081 w 11901963"/>
                <a:gd name="connsiteY128" fmla="*/ 1816854 h 1945004"/>
                <a:gd name="connsiteX129" fmla="*/ 2563178 w 11901963"/>
                <a:gd name="connsiteY129" fmla="*/ 1832570 h 1945004"/>
                <a:gd name="connsiteX130" fmla="*/ 2472690 w 11901963"/>
                <a:gd name="connsiteY130" fmla="*/ 1871623 h 1945004"/>
                <a:gd name="connsiteX131" fmla="*/ 9433560 w 11901963"/>
                <a:gd name="connsiteY131" fmla="*/ 1873528 h 1945004"/>
                <a:gd name="connsiteX132" fmla="*/ 9346882 w 11901963"/>
                <a:gd name="connsiteY132" fmla="*/ 1831618 h 1945004"/>
                <a:gd name="connsiteX133" fmla="*/ 9355455 w 11901963"/>
                <a:gd name="connsiteY133" fmla="*/ 1815902 h 1945004"/>
                <a:gd name="connsiteX134" fmla="*/ 9440704 w 11901963"/>
                <a:gd name="connsiteY134" fmla="*/ 1856859 h 1945004"/>
                <a:gd name="connsiteX135" fmla="*/ 6373654 w 11901963"/>
                <a:gd name="connsiteY135" fmla="*/ 1855907 h 1945004"/>
                <a:gd name="connsiteX136" fmla="*/ 6366034 w 11901963"/>
                <a:gd name="connsiteY136" fmla="*/ 1839714 h 1945004"/>
                <a:gd name="connsiteX137" fmla="*/ 6449378 w 11901963"/>
                <a:gd name="connsiteY137" fmla="*/ 1795423 h 1945004"/>
                <a:gd name="connsiteX138" fmla="*/ 6458427 w 11901963"/>
                <a:gd name="connsiteY138" fmla="*/ 1810663 h 1945004"/>
                <a:gd name="connsiteX139" fmla="*/ 6369844 w 11901963"/>
                <a:gd name="connsiteY139" fmla="*/ 1851620 h 1945004"/>
                <a:gd name="connsiteX140" fmla="*/ 5536406 w 11901963"/>
                <a:gd name="connsiteY140" fmla="*/ 1853049 h 1945004"/>
                <a:gd name="connsiteX141" fmla="*/ 5452110 w 11901963"/>
                <a:gd name="connsiteY141" fmla="*/ 1805424 h 1945004"/>
                <a:gd name="connsiteX142" fmla="*/ 5461159 w 11901963"/>
                <a:gd name="connsiteY142" fmla="*/ 1790184 h 1945004"/>
                <a:gd name="connsiteX143" fmla="*/ 5544027 w 11901963"/>
                <a:gd name="connsiteY143" fmla="*/ 1837809 h 1945004"/>
                <a:gd name="connsiteX144" fmla="*/ 2645569 w 11901963"/>
                <a:gd name="connsiteY144" fmla="*/ 1785422 h 1945004"/>
                <a:gd name="connsiteX145" fmla="*/ 2635568 w 11901963"/>
                <a:gd name="connsiteY145" fmla="*/ 1770658 h 1945004"/>
                <a:gd name="connsiteX146" fmla="*/ 2711291 w 11901963"/>
                <a:gd name="connsiteY146" fmla="*/ 1713984 h 1945004"/>
                <a:gd name="connsiteX147" fmla="*/ 2722721 w 11901963"/>
                <a:gd name="connsiteY147" fmla="*/ 1727795 h 1945004"/>
                <a:gd name="connsiteX148" fmla="*/ 2641759 w 11901963"/>
                <a:gd name="connsiteY148" fmla="*/ 1781136 h 1945004"/>
                <a:gd name="connsiteX149" fmla="*/ 9265444 w 11901963"/>
                <a:gd name="connsiteY149" fmla="*/ 1781612 h 1945004"/>
                <a:gd name="connsiteX150" fmla="*/ 9188768 w 11901963"/>
                <a:gd name="connsiteY150" fmla="*/ 1723509 h 1945004"/>
                <a:gd name="connsiteX151" fmla="*/ 9200197 w 11901963"/>
                <a:gd name="connsiteY151" fmla="*/ 1709698 h 1945004"/>
                <a:gd name="connsiteX152" fmla="*/ 9275445 w 11901963"/>
                <a:gd name="connsiteY152" fmla="*/ 1766848 h 1945004"/>
                <a:gd name="connsiteX153" fmla="*/ 6538913 w 11901963"/>
                <a:gd name="connsiteY153" fmla="*/ 1756847 h 1945004"/>
                <a:gd name="connsiteX154" fmla="*/ 6524625 w 11901963"/>
                <a:gd name="connsiteY154" fmla="*/ 1739702 h 1945004"/>
                <a:gd name="connsiteX155" fmla="*/ 6597491 w 11901963"/>
                <a:gd name="connsiteY155" fmla="*/ 1679694 h 1945004"/>
                <a:gd name="connsiteX156" fmla="*/ 6609874 w 11901963"/>
                <a:gd name="connsiteY156" fmla="*/ 1693029 h 1945004"/>
                <a:gd name="connsiteX157" fmla="*/ 6534627 w 11901963"/>
                <a:gd name="connsiteY157" fmla="*/ 1752560 h 1945004"/>
                <a:gd name="connsiteX158" fmla="*/ 5373053 w 11901963"/>
                <a:gd name="connsiteY158" fmla="*/ 1753037 h 1945004"/>
                <a:gd name="connsiteX159" fmla="*/ 5299234 w 11901963"/>
                <a:gd name="connsiteY159" fmla="*/ 1691124 h 1945004"/>
                <a:gd name="connsiteX160" fmla="*/ 5311140 w 11901963"/>
                <a:gd name="connsiteY160" fmla="*/ 1678265 h 1945004"/>
                <a:gd name="connsiteX161" fmla="*/ 5383530 w 11901963"/>
                <a:gd name="connsiteY161" fmla="*/ 1738749 h 1945004"/>
                <a:gd name="connsiteX162" fmla="*/ 2790349 w 11901963"/>
                <a:gd name="connsiteY162" fmla="*/ 1658739 h 1945004"/>
                <a:gd name="connsiteX163" fmla="*/ 2777490 w 11901963"/>
                <a:gd name="connsiteY163" fmla="*/ 1646357 h 1945004"/>
                <a:gd name="connsiteX164" fmla="*/ 2840831 w 11901963"/>
                <a:gd name="connsiteY164" fmla="*/ 1576348 h 1945004"/>
                <a:gd name="connsiteX165" fmla="*/ 2854643 w 11901963"/>
                <a:gd name="connsiteY165" fmla="*/ 1587778 h 1945004"/>
                <a:gd name="connsiteX166" fmla="*/ 2790349 w 11901963"/>
                <a:gd name="connsiteY166" fmla="*/ 1658739 h 1945004"/>
                <a:gd name="connsiteX167" fmla="*/ 9113520 w 11901963"/>
                <a:gd name="connsiteY167" fmla="*/ 1653977 h 1945004"/>
                <a:gd name="connsiteX168" fmla="*/ 9049703 w 11901963"/>
                <a:gd name="connsiteY168" fmla="*/ 1582539 h 1945004"/>
                <a:gd name="connsiteX169" fmla="*/ 9063514 w 11901963"/>
                <a:gd name="connsiteY169" fmla="*/ 1571109 h 1945004"/>
                <a:gd name="connsiteX170" fmla="*/ 9126379 w 11901963"/>
                <a:gd name="connsiteY170" fmla="*/ 1641594 h 1945004"/>
                <a:gd name="connsiteX171" fmla="*/ 6676549 w 11901963"/>
                <a:gd name="connsiteY171" fmla="*/ 1623497 h 1945004"/>
                <a:gd name="connsiteX172" fmla="*/ 6663214 w 11901963"/>
                <a:gd name="connsiteY172" fmla="*/ 1611590 h 1945004"/>
                <a:gd name="connsiteX173" fmla="*/ 6723221 w 11901963"/>
                <a:gd name="connsiteY173" fmla="*/ 1538248 h 1945004"/>
                <a:gd name="connsiteX174" fmla="*/ 6737509 w 11901963"/>
                <a:gd name="connsiteY174" fmla="*/ 1548725 h 1945004"/>
                <a:gd name="connsiteX175" fmla="*/ 6676549 w 11901963"/>
                <a:gd name="connsiteY175" fmla="*/ 1623497 h 1945004"/>
                <a:gd name="connsiteX176" fmla="*/ 5227796 w 11901963"/>
                <a:gd name="connsiteY176" fmla="*/ 1618258 h 1945004"/>
                <a:gd name="connsiteX177" fmla="*/ 5167313 w 11901963"/>
                <a:gd name="connsiteY177" fmla="*/ 1543487 h 1945004"/>
                <a:gd name="connsiteX178" fmla="*/ 5181600 w 11901963"/>
                <a:gd name="connsiteY178" fmla="*/ 1533009 h 1945004"/>
                <a:gd name="connsiteX179" fmla="*/ 5241132 w 11901963"/>
                <a:gd name="connsiteY179" fmla="*/ 1606352 h 1945004"/>
                <a:gd name="connsiteX180" fmla="*/ 2911793 w 11901963"/>
                <a:gd name="connsiteY180" fmla="*/ 1510149 h 1945004"/>
                <a:gd name="connsiteX181" fmla="*/ 2897029 w 11901963"/>
                <a:gd name="connsiteY181" fmla="*/ 1500148 h 1945004"/>
                <a:gd name="connsiteX182" fmla="*/ 2944654 w 11901963"/>
                <a:gd name="connsiteY182" fmla="*/ 1419185 h 1945004"/>
                <a:gd name="connsiteX183" fmla="*/ 2960370 w 11901963"/>
                <a:gd name="connsiteY183" fmla="*/ 1427758 h 1945004"/>
                <a:gd name="connsiteX184" fmla="*/ 2911793 w 11901963"/>
                <a:gd name="connsiteY184" fmla="*/ 1510149 h 1945004"/>
                <a:gd name="connsiteX185" fmla="*/ 8993029 w 11901963"/>
                <a:gd name="connsiteY185" fmla="*/ 1504434 h 1945004"/>
                <a:gd name="connsiteX186" fmla="*/ 8945404 w 11901963"/>
                <a:gd name="connsiteY186" fmla="*/ 1421567 h 1945004"/>
                <a:gd name="connsiteX187" fmla="*/ 8961120 w 11901963"/>
                <a:gd name="connsiteY187" fmla="*/ 1413471 h 1945004"/>
                <a:gd name="connsiteX188" fmla="*/ 9008745 w 11901963"/>
                <a:gd name="connsiteY188" fmla="*/ 1494909 h 1945004"/>
                <a:gd name="connsiteX189" fmla="*/ 6790373 w 11901963"/>
                <a:gd name="connsiteY189" fmla="*/ 1468715 h 1945004"/>
                <a:gd name="connsiteX190" fmla="*/ 6775132 w 11901963"/>
                <a:gd name="connsiteY190" fmla="*/ 1459667 h 1945004"/>
                <a:gd name="connsiteX191" fmla="*/ 6819424 w 11901963"/>
                <a:gd name="connsiteY191" fmla="*/ 1376323 h 1945004"/>
                <a:gd name="connsiteX192" fmla="*/ 6835616 w 11901963"/>
                <a:gd name="connsiteY192" fmla="*/ 1383943 h 1945004"/>
                <a:gd name="connsiteX193" fmla="*/ 6790373 w 11901963"/>
                <a:gd name="connsiteY193" fmla="*/ 1468715 h 1945004"/>
                <a:gd name="connsiteX194" fmla="*/ 5114925 w 11901963"/>
                <a:gd name="connsiteY194" fmla="*/ 1463001 h 1945004"/>
                <a:gd name="connsiteX195" fmla="*/ 5070158 w 11901963"/>
                <a:gd name="connsiteY195" fmla="*/ 1377752 h 1945004"/>
                <a:gd name="connsiteX196" fmla="*/ 5086350 w 11901963"/>
                <a:gd name="connsiteY196" fmla="*/ 1370132 h 1945004"/>
                <a:gd name="connsiteX197" fmla="*/ 5130165 w 11901963"/>
                <a:gd name="connsiteY197" fmla="*/ 1453952 h 1945004"/>
                <a:gd name="connsiteX198" fmla="*/ 3000375 w 11901963"/>
                <a:gd name="connsiteY198" fmla="*/ 1340605 h 1945004"/>
                <a:gd name="connsiteX199" fmla="*/ 2983706 w 11901963"/>
                <a:gd name="connsiteY199" fmla="*/ 1333937 h 1945004"/>
                <a:gd name="connsiteX200" fmla="*/ 3015139 w 11901963"/>
                <a:gd name="connsiteY200" fmla="*/ 1244878 h 1945004"/>
                <a:gd name="connsiteX201" fmla="*/ 3032284 w 11901963"/>
                <a:gd name="connsiteY201" fmla="*/ 1249641 h 1945004"/>
                <a:gd name="connsiteX202" fmla="*/ 3000375 w 11901963"/>
                <a:gd name="connsiteY202" fmla="*/ 1340605 h 1945004"/>
                <a:gd name="connsiteX203" fmla="*/ 8905875 w 11901963"/>
                <a:gd name="connsiteY203" fmla="*/ 1334413 h 1945004"/>
                <a:gd name="connsiteX204" fmla="*/ 8874442 w 11901963"/>
                <a:gd name="connsiteY204" fmla="*/ 1243450 h 1945004"/>
                <a:gd name="connsiteX205" fmla="*/ 8891587 w 11901963"/>
                <a:gd name="connsiteY205" fmla="*/ 1238211 h 1945004"/>
                <a:gd name="connsiteX206" fmla="*/ 8922067 w 11901963"/>
                <a:gd name="connsiteY206" fmla="*/ 1327746 h 1945004"/>
                <a:gd name="connsiteX207" fmla="*/ 6873241 w 11901963"/>
                <a:gd name="connsiteY207" fmla="*/ 1294885 h 1945004"/>
                <a:gd name="connsiteX208" fmla="*/ 6856572 w 11901963"/>
                <a:gd name="connsiteY208" fmla="*/ 1288693 h 1945004"/>
                <a:gd name="connsiteX209" fmla="*/ 6883241 w 11901963"/>
                <a:gd name="connsiteY209" fmla="*/ 1198206 h 1945004"/>
                <a:gd name="connsiteX210" fmla="*/ 6900386 w 11901963"/>
                <a:gd name="connsiteY210" fmla="*/ 1202492 h 1945004"/>
                <a:gd name="connsiteX211" fmla="*/ 6871811 w 11901963"/>
                <a:gd name="connsiteY211" fmla="*/ 1294885 h 1945004"/>
                <a:gd name="connsiteX212" fmla="*/ 5035868 w 11901963"/>
                <a:gd name="connsiteY212" fmla="*/ 1288217 h 1945004"/>
                <a:gd name="connsiteX213" fmla="*/ 5009198 w 11901963"/>
                <a:gd name="connsiteY213" fmla="*/ 1195825 h 1945004"/>
                <a:gd name="connsiteX214" fmla="*/ 5026819 w 11901963"/>
                <a:gd name="connsiteY214" fmla="*/ 1192014 h 1945004"/>
                <a:gd name="connsiteX215" fmla="*/ 5053013 w 11901963"/>
                <a:gd name="connsiteY215" fmla="*/ 1282502 h 1945004"/>
                <a:gd name="connsiteX216" fmla="*/ 3056573 w 11901963"/>
                <a:gd name="connsiteY216" fmla="*/ 1156296 h 1945004"/>
                <a:gd name="connsiteX217" fmla="*/ 3038951 w 11901963"/>
                <a:gd name="connsiteY217" fmla="*/ 1152962 h 1945004"/>
                <a:gd name="connsiteX218" fmla="*/ 3052286 w 11901963"/>
                <a:gd name="connsiteY218" fmla="*/ 1057712 h 1945004"/>
                <a:gd name="connsiteX219" fmla="*/ 3069908 w 11901963"/>
                <a:gd name="connsiteY219" fmla="*/ 1057712 h 1945004"/>
                <a:gd name="connsiteX220" fmla="*/ 3056573 w 11901963"/>
                <a:gd name="connsiteY220" fmla="*/ 1156296 h 1945004"/>
                <a:gd name="connsiteX221" fmla="*/ 8851107 w 11901963"/>
                <a:gd name="connsiteY221" fmla="*/ 1149628 h 1945004"/>
                <a:gd name="connsiteX222" fmla="*/ 8838248 w 11901963"/>
                <a:gd name="connsiteY222" fmla="*/ 1054378 h 1945004"/>
                <a:gd name="connsiteX223" fmla="*/ 8855869 w 11901963"/>
                <a:gd name="connsiteY223" fmla="*/ 1054378 h 1945004"/>
                <a:gd name="connsiteX224" fmla="*/ 8868252 w 11901963"/>
                <a:gd name="connsiteY224" fmla="*/ 1149628 h 1945004"/>
                <a:gd name="connsiteX225" fmla="*/ 6917056 w 11901963"/>
                <a:gd name="connsiteY225" fmla="*/ 1108194 h 1945004"/>
                <a:gd name="connsiteX226" fmla="*/ 6899434 w 11901963"/>
                <a:gd name="connsiteY226" fmla="*/ 1108194 h 1945004"/>
                <a:gd name="connsiteX227" fmla="*/ 6908007 w 11901963"/>
                <a:gd name="connsiteY227" fmla="*/ 1012944 h 1945004"/>
                <a:gd name="connsiteX228" fmla="*/ 6925628 w 11901963"/>
                <a:gd name="connsiteY228" fmla="*/ 1012944 h 1945004"/>
                <a:gd name="connsiteX229" fmla="*/ 6917056 w 11901963"/>
                <a:gd name="connsiteY229" fmla="*/ 1108194 h 1945004"/>
                <a:gd name="connsiteX230" fmla="*/ 4990624 w 11901963"/>
                <a:gd name="connsiteY230" fmla="*/ 1101527 h 1945004"/>
                <a:gd name="connsiteX231" fmla="*/ 4983004 w 11901963"/>
                <a:gd name="connsiteY231" fmla="*/ 1006277 h 1945004"/>
                <a:gd name="connsiteX232" fmla="*/ 5000625 w 11901963"/>
                <a:gd name="connsiteY232" fmla="*/ 1006277 h 1945004"/>
                <a:gd name="connsiteX233" fmla="*/ 5008245 w 11901963"/>
                <a:gd name="connsiteY233" fmla="*/ 1101527 h 1945004"/>
                <a:gd name="connsiteX234" fmla="*/ 3073718 w 11901963"/>
                <a:gd name="connsiteY234" fmla="*/ 965319 h 1945004"/>
                <a:gd name="connsiteX235" fmla="*/ 3056096 w 11901963"/>
                <a:gd name="connsiteY235" fmla="*/ 965319 h 1945004"/>
                <a:gd name="connsiteX236" fmla="*/ 3061335 w 11901963"/>
                <a:gd name="connsiteY236" fmla="*/ 870069 h 1945004"/>
                <a:gd name="connsiteX237" fmla="*/ 3078956 w 11901963"/>
                <a:gd name="connsiteY237" fmla="*/ 870069 h 1945004"/>
                <a:gd name="connsiteX238" fmla="*/ 3073718 w 11901963"/>
                <a:gd name="connsiteY238" fmla="*/ 965319 h 1945004"/>
                <a:gd name="connsiteX239" fmla="*/ 8836342 w 11901963"/>
                <a:gd name="connsiteY239" fmla="*/ 958652 h 1945004"/>
                <a:gd name="connsiteX240" fmla="*/ 8830151 w 11901963"/>
                <a:gd name="connsiteY240" fmla="*/ 863402 h 1945004"/>
                <a:gd name="connsiteX241" fmla="*/ 8847772 w 11901963"/>
                <a:gd name="connsiteY241" fmla="*/ 863402 h 1945004"/>
                <a:gd name="connsiteX242" fmla="*/ 8853964 w 11901963"/>
                <a:gd name="connsiteY242" fmla="*/ 958652 h 1945004"/>
                <a:gd name="connsiteX243" fmla="*/ 6931342 w 11901963"/>
                <a:gd name="connsiteY243" fmla="*/ 917218 h 1945004"/>
                <a:gd name="connsiteX244" fmla="*/ 6913721 w 11901963"/>
                <a:gd name="connsiteY244" fmla="*/ 917218 h 1945004"/>
                <a:gd name="connsiteX245" fmla="*/ 6923723 w 11901963"/>
                <a:gd name="connsiteY245" fmla="*/ 821968 h 1945004"/>
                <a:gd name="connsiteX246" fmla="*/ 6941344 w 11901963"/>
                <a:gd name="connsiteY246" fmla="*/ 824826 h 1945004"/>
                <a:gd name="connsiteX247" fmla="*/ 6928009 w 11901963"/>
                <a:gd name="connsiteY247" fmla="*/ 917218 h 1945004"/>
                <a:gd name="connsiteX248" fmla="*/ 4983480 w 11901963"/>
                <a:gd name="connsiteY248" fmla="*/ 910551 h 1945004"/>
                <a:gd name="connsiteX249" fmla="*/ 4973003 w 11901963"/>
                <a:gd name="connsiteY249" fmla="*/ 815301 h 1945004"/>
                <a:gd name="connsiteX250" fmla="*/ 4990624 w 11901963"/>
                <a:gd name="connsiteY250" fmla="*/ 812443 h 1945004"/>
                <a:gd name="connsiteX251" fmla="*/ 5001578 w 11901963"/>
                <a:gd name="connsiteY251" fmla="*/ 907693 h 1945004"/>
                <a:gd name="connsiteX252" fmla="*/ 3095625 w 11901963"/>
                <a:gd name="connsiteY252" fmla="*/ 777677 h 1945004"/>
                <a:gd name="connsiteX253" fmla="*/ 3078480 w 11901963"/>
                <a:gd name="connsiteY253" fmla="*/ 774343 h 1945004"/>
                <a:gd name="connsiteX254" fmla="*/ 3102293 w 11901963"/>
                <a:gd name="connsiteY254" fmla="*/ 679094 h 1945004"/>
                <a:gd name="connsiteX255" fmla="*/ 3119438 w 11901963"/>
                <a:gd name="connsiteY255" fmla="*/ 684808 h 1945004"/>
                <a:gd name="connsiteX256" fmla="*/ 3095625 w 11901963"/>
                <a:gd name="connsiteY256" fmla="*/ 777677 h 1945004"/>
                <a:gd name="connsiteX257" fmla="*/ 8815388 w 11901963"/>
                <a:gd name="connsiteY257" fmla="*/ 771486 h 1945004"/>
                <a:gd name="connsiteX258" fmla="*/ 8790623 w 11901963"/>
                <a:gd name="connsiteY258" fmla="*/ 680046 h 1945004"/>
                <a:gd name="connsiteX259" fmla="*/ 8807768 w 11901963"/>
                <a:gd name="connsiteY259" fmla="*/ 674807 h 1945004"/>
                <a:gd name="connsiteX260" fmla="*/ 8833009 w 11901963"/>
                <a:gd name="connsiteY260" fmla="*/ 770057 h 1945004"/>
                <a:gd name="connsiteX261" fmla="*/ 6958013 w 11901963"/>
                <a:gd name="connsiteY261" fmla="*/ 731005 h 1945004"/>
                <a:gd name="connsiteX262" fmla="*/ 6940868 w 11901963"/>
                <a:gd name="connsiteY262" fmla="*/ 726242 h 1945004"/>
                <a:gd name="connsiteX263" fmla="*/ 6969443 w 11901963"/>
                <a:gd name="connsiteY263" fmla="*/ 634802 h 1945004"/>
                <a:gd name="connsiteX264" fmla="*/ 6986588 w 11901963"/>
                <a:gd name="connsiteY264" fmla="*/ 640993 h 1945004"/>
                <a:gd name="connsiteX265" fmla="*/ 6957536 w 11901963"/>
                <a:gd name="connsiteY265" fmla="*/ 731005 h 1945004"/>
                <a:gd name="connsiteX266" fmla="*/ 4950143 w 11901963"/>
                <a:gd name="connsiteY266" fmla="*/ 724337 h 1945004"/>
                <a:gd name="connsiteX267" fmla="*/ 4921092 w 11901963"/>
                <a:gd name="connsiteY267" fmla="*/ 634802 h 1945004"/>
                <a:gd name="connsiteX268" fmla="*/ 4937760 w 11901963"/>
                <a:gd name="connsiteY268" fmla="*/ 628611 h 1945004"/>
                <a:gd name="connsiteX269" fmla="*/ 4967288 w 11901963"/>
                <a:gd name="connsiteY269" fmla="*/ 720051 h 1945004"/>
                <a:gd name="connsiteX270" fmla="*/ 3150394 w 11901963"/>
                <a:gd name="connsiteY270" fmla="*/ 596702 h 1945004"/>
                <a:gd name="connsiteX271" fmla="*/ 3134201 w 11901963"/>
                <a:gd name="connsiteY271" fmla="*/ 589558 h 1945004"/>
                <a:gd name="connsiteX272" fmla="*/ 3176111 w 11901963"/>
                <a:gd name="connsiteY272" fmla="*/ 503357 h 1945004"/>
                <a:gd name="connsiteX273" fmla="*/ 3191827 w 11901963"/>
                <a:gd name="connsiteY273" fmla="*/ 511930 h 1945004"/>
                <a:gd name="connsiteX274" fmla="*/ 3150394 w 11901963"/>
                <a:gd name="connsiteY274" fmla="*/ 596702 h 1945004"/>
                <a:gd name="connsiteX275" fmla="*/ 8755380 w 11901963"/>
                <a:gd name="connsiteY275" fmla="*/ 590511 h 1945004"/>
                <a:gd name="connsiteX276" fmla="*/ 8713470 w 11901963"/>
                <a:gd name="connsiteY276" fmla="*/ 506215 h 1945004"/>
                <a:gd name="connsiteX277" fmla="*/ 8729186 w 11901963"/>
                <a:gd name="connsiteY277" fmla="*/ 497166 h 1945004"/>
                <a:gd name="connsiteX278" fmla="*/ 8772049 w 11901963"/>
                <a:gd name="connsiteY278" fmla="*/ 583367 h 1945004"/>
                <a:gd name="connsiteX279" fmla="*/ 7023259 w 11901963"/>
                <a:gd name="connsiteY279" fmla="*/ 552887 h 1945004"/>
                <a:gd name="connsiteX280" fmla="*/ 7007067 w 11901963"/>
                <a:gd name="connsiteY280" fmla="*/ 544791 h 1945004"/>
                <a:gd name="connsiteX281" fmla="*/ 7054692 w 11901963"/>
                <a:gd name="connsiteY281" fmla="*/ 460971 h 1945004"/>
                <a:gd name="connsiteX282" fmla="*/ 7069931 w 11901963"/>
                <a:gd name="connsiteY282" fmla="*/ 470019 h 1945004"/>
                <a:gd name="connsiteX283" fmla="*/ 7023259 w 11901963"/>
                <a:gd name="connsiteY283" fmla="*/ 554316 h 1945004"/>
                <a:gd name="connsiteX284" fmla="*/ 4882515 w 11901963"/>
                <a:gd name="connsiteY284" fmla="*/ 549077 h 1945004"/>
                <a:gd name="connsiteX285" fmla="*/ 4834890 w 11901963"/>
                <a:gd name="connsiteY285" fmla="*/ 467162 h 1945004"/>
                <a:gd name="connsiteX286" fmla="*/ 4850130 w 11901963"/>
                <a:gd name="connsiteY286" fmla="*/ 457637 h 1945004"/>
                <a:gd name="connsiteX287" fmla="*/ 4897755 w 11901963"/>
                <a:gd name="connsiteY287" fmla="*/ 541457 h 1945004"/>
                <a:gd name="connsiteX288" fmla="*/ 3241358 w 11901963"/>
                <a:gd name="connsiteY288" fmla="*/ 432872 h 1945004"/>
                <a:gd name="connsiteX289" fmla="*/ 3227070 w 11901963"/>
                <a:gd name="connsiteY289" fmla="*/ 422871 h 1945004"/>
                <a:gd name="connsiteX290" fmla="*/ 3285173 w 11901963"/>
                <a:gd name="connsiteY290" fmla="*/ 346195 h 1945004"/>
                <a:gd name="connsiteX291" fmla="*/ 3298984 w 11901963"/>
                <a:gd name="connsiteY291" fmla="*/ 358101 h 1945004"/>
                <a:gd name="connsiteX292" fmla="*/ 3241358 w 11901963"/>
                <a:gd name="connsiteY292" fmla="*/ 432872 h 1945004"/>
                <a:gd name="connsiteX293" fmla="*/ 8663464 w 11901963"/>
                <a:gd name="connsiteY293" fmla="*/ 427633 h 1945004"/>
                <a:gd name="connsiteX294" fmla="*/ 8605361 w 11901963"/>
                <a:gd name="connsiteY294" fmla="*/ 352862 h 1945004"/>
                <a:gd name="connsiteX295" fmla="*/ 8619172 w 11901963"/>
                <a:gd name="connsiteY295" fmla="*/ 341432 h 1945004"/>
                <a:gd name="connsiteX296" fmla="*/ 8677752 w 11901963"/>
                <a:gd name="connsiteY296" fmla="*/ 417156 h 1945004"/>
                <a:gd name="connsiteX297" fmla="*/ 7122319 w 11901963"/>
                <a:gd name="connsiteY297" fmla="*/ 393820 h 1945004"/>
                <a:gd name="connsiteX298" fmla="*/ 7108507 w 11901963"/>
                <a:gd name="connsiteY298" fmla="*/ 383342 h 1945004"/>
                <a:gd name="connsiteX299" fmla="*/ 7170420 w 11901963"/>
                <a:gd name="connsiteY299" fmla="*/ 309524 h 1945004"/>
                <a:gd name="connsiteX300" fmla="*/ 7183279 w 11901963"/>
                <a:gd name="connsiteY300" fmla="*/ 321906 h 1945004"/>
                <a:gd name="connsiteX301" fmla="*/ 7122319 w 11901963"/>
                <a:gd name="connsiteY301" fmla="*/ 393820 h 1945004"/>
                <a:gd name="connsiteX302" fmla="*/ 4782027 w 11901963"/>
                <a:gd name="connsiteY302" fmla="*/ 388581 h 1945004"/>
                <a:gd name="connsiteX303" fmla="*/ 4720590 w 11901963"/>
                <a:gd name="connsiteY303" fmla="*/ 317143 h 1945004"/>
                <a:gd name="connsiteX304" fmla="*/ 4733449 w 11901963"/>
                <a:gd name="connsiteY304" fmla="*/ 304761 h 1945004"/>
                <a:gd name="connsiteX305" fmla="*/ 4796314 w 11901963"/>
                <a:gd name="connsiteY305" fmla="*/ 377627 h 1945004"/>
                <a:gd name="connsiteX306" fmla="*/ 3363278 w 11901963"/>
                <a:gd name="connsiteY306" fmla="*/ 289045 h 1945004"/>
                <a:gd name="connsiteX307" fmla="*/ 3350895 w 11901963"/>
                <a:gd name="connsiteY307" fmla="*/ 276186 h 1945004"/>
                <a:gd name="connsiteX308" fmla="*/ 3422809 w 11901963"/>
                <a:gd name="connsiteY308" fmla="*/ 212369 h 1945004"/>
                <a:gd name="connsiteX309" fmla="*/ 3434239 w 11901963"/>
                <a:gd name="connsiteY309" fmla="*/ 226656 h 1945004"/>
                <a:gd name="connsiteX310" fmla="*/ 3363278 w 11901963"/>
                <a:gd name="connsiteY310" fmla="*/ 289045 h 1945004"/>
                <a:gd name="connsiteX311" fmla="*/ 8540591 w 11901963"/>
                <a:gd name="connsiteY311" fmla="*/ 284282 h 1945004"/>
                <a:gd name="connsiteX312" fmla="*/ 8469154 w 11901963"/>
                <a:gd name="connsiteY312" fmla="*/ 222370 h 1945004"/>
                <a:gd name="connsiteX313" fmla="*/ 8480107 w 11901963"/>
                <a:gd name="connsiteY313" fmla="*/ 208558 h 1945004"/>
                <a:gd name="connsiteX314" fmla="*/ 8552974 w 11901963"/>
                <a:gd name="connsiteY314" fmla="*/ 271423 h 1945004"/>
                <a:gd name="connsiteX315" fmla="*/ 7251382 w 11901963"/>
                <a:gd name="connsiteY315" fmla="*/ 256183 h 1945004"/>
                <a:gd name="connsiteX316" fmla="*/ 7239476 w 11901963"/>
                <a:gd name="connsiteY316" fmla="*/ 242848 h 1945004"/>
                <a:gd name="connsiteX317" fmla="*/ 7314724 w 11901963"/>
                <a:gd name="connsiteY317" fmla="*/ 182841 h 1945004"/>
                <a:gd name="connsiteX318" fmla="*/ 7325201 w 11901963"/>
                <a:gd name="connsiteY318" fmla="*/ 197605 h 1945004"/>
                <a:gd name="connsiteX319" fmla="*/ 7251382 w 11901963"/>
                <a:gd name="connsiteY319" fmla="*/ 256183 h 1945004"/>
                <a:gd name="connsiteX320" fmla="*/ 4652487 w 11901963"/>
                <a:gd name="connsiteY320" fmla="*/ 251897 h 1945004"/>
                <a:gd name="connsiteX321" fmla="*/ 4578191 w 11901963"/>
                <a:gd name="connsiteY321" fmla="*/ 193795 h 1945004"/>
                <a:gd name="connsiteX322" fmla="*/ 4588193 w 11901963"/>
                <a:gd name="connsiteY322" fmla="*/ 179031 h 1945004"/>
                <a:gd name="connsiteX323" fmla="*/ 4663917 w 11901963"/>
                <a:gd name="connsiteY323" fmla="*/ 238562 h 1945004"/>
                <a:gd name="connsiteX324" fmla="*/ 3509486 w 11901963"/>
                <a:gd name="connsiteY324" fmla="*/ 171411 h 1945004"/>
                <a:gd name="connsiteX325" fmla="*/ 3499485 w 11901963"/>
                <a:gd name="connsiteY325" fmla="*/ 156647 h 1945004"/>
                <a:gd name="connsiteX326" fmla="*/ 3582829 w 11901963"/>
                <a:gd name="connsiteY326" fmla="*/ 109022 h 1945004"/>
                <a:gd name="connsiteX327" fmla="*/ 3590925 w 11901963"/>
                <a:gd name="connsiteY327" fmla="*/ 125215 h 1945004"/>
                <a:gd name="connsiteX328" fmla="*/ 3510915 w 11901963"/>
                <a:gd name="connsiteY328" fmla="*/ 171411 h 1945004"/>
                <a:gd name="connsiteX329" fmla="*/ 8392478 w 11901963"/>
                <a:gd name="connsiteY329" fmla="*/ 168077 h 1945004"/>
                <a:gd name="connsiteX330" fmla="*/ 8310087 w 11901963"/>
                <a:gd name="connsiteY330" fmla="*/ 120452 h 1945004"/>
                <a:gd name="connsiteX331" fmla="*/ 8318183 w 11901963"/>
                <a:gd name="connsiteY331" fmla="*/ 104736 h 1945004"/>
                <a:gd name="connsiteX332" fmla="*/ 8402002 w 11901963"/>
                <a:gd name="connsiteY332" fmla="*/ 152361 h 1945004"/>
                <a:gd name="connsiteX333" fmla="*/ 7404259 w 11901963"/>
                <a:gd name="connsiteY333" fmla="*/ 146170 h 1945004"/>
                <a:gd name="connsiteX334" fmla="*/ 7395686 w 11901963"/>
                <a:gd name="connsiteY334" fmla="*/ 130930 h 1945004"/>
                <a:gd name="connsiteX335" fmla="*/ 7480935 w 11901963"/>
                <a:gd name="connsiteY335" fmla="*/ 87115 h 1945004"/>
                <a:gd name="connsiteX336" fmla="*/ 7488556 w 11901963"/>
                <a:gd name="connsiteY336" fmla="*/ 103307 h 1945004"/>
                <a:gd name="connsiteX337" fmla="*/ 7404259 w 11901963"/>
                <a:gd name="connsiteY337" fmla="*/ 146170 h 1945004"/>
                <a:gd name="connsiteX338" fmla="*/ 4499134 w 11901963"/>
                <a:gd name="connsiteY338" fmla="*/ 142836 h 1945004"/>
                <a:gd name="connsiteX339" fmla="*/ 4415314 w 11901963"/>
                <a:gd name="connsiteY339" fmla="*/ 100450 h 1945004"/>
                <a:gd name="connsiteX340" fmla="*/ 4422458 w 11901963"/>
                <a:gd name="connsiteY340" fmla="*/ 84257 h 1945004"/>
                <a:gd name="connsiteX341" fmla="*/ 4508183 w 11901963"/>
                <a:gd name="connsiteY341" fmla="*/ 127596 h 1945004"/>
                <a:gd name="connsiteX342" fmla="*/ 3678555 w 11901963"/>
                <a:gd name="connsiteY342" fmla="*/ 85210 h 1945004"/>
                <a:gd name="connsiteX343" fmla="*/ 3671888 w 11901963"/>
                <a:gd name="connsiteY343" fmla="*/ 68541 h 1945004"/>
                <a:gd name="connsiteX344" fmla="*/ 3762851 w 11901963"/>
                <a:gd name="connsiteY344" fmla="*/ 38061 h 1945004"/>
                <a:gd name="connsiteX345" fmla="*/ 3768090 w 11901963"/>
                <a:gd name="connsiteY345" fmla="*/ 55206 h 1945004"/>
                <a:gd name="connsiteX346" fmla="*/ 3678555 w 11901963"/>
                <a:gd name="connsiteY346" fmla="*/ 85210 h 1945004"/>
                <a:gd name="connsiteX347" fmla="*/ 8223885 w 11901963"/>
                <a:gd name="connsiteY347" fmla="*/ 82828 h 1945004"/>
                <a:gd name="connsiteX348" fmla="*/ 8134350 w 11901963"/>
                <a:gd name="connsiteY348" fmla="*/ 53301 h 1945004"/>
                <a:gd name="connsiteX349" fmla="*/ 8139112 w 11901963"/>
                <a:gd name="connsiteY349" fmla="*/ 36156 h 1945004"/>
                <a:gd name="connsiteX350" fmla="*/ 8230553 w 11901963"/>
                <a:gd name="connsiteY350" fmla="*/ 66160 h 1945004"/>
                <a:gd name="connsiteX351" fmla="*/ 7576185 w 11901963"/>
                <a:gd name="connsiteY351" fmla="*/ 68541 h 1945004"/>
                <a:gd name="connsiteX352" fmla="*/ 7570471 w 11901963"/>
                <a:gd name="connsiteY352" fmla="*/ 51872 h 1945004"/>
                <a:gd name="connsiteX353" fmla="*/ 7663339 w 11901963"/>
                <a:gd name="connsiteY353" fmla="*/ 25679 h 1945004"/>
                <a:gd name="connsiteX354" fmla="*/ 7667149 w 11901963"/>
                <a:gd name="connsiteY354" fmla="*/ 43300 h 1945004"/>
                <a:gd name="connsiteX355" fmla="*/ 7576185 w 11901963"/>
                <a:gd name="connsiteY355" fmla="*/ 68541 h 1945004"/>
                <a:gd name="connsiteX356" fmla="*/ 4326255 w 11901963"/>
                <a:gd name="connsiteY356" fmla="*/ 68541 h 1945004"/>
                <a:gd name="connsiteX357" fmla="*/ 4234815 w 11901963"/>
                <a:gd name="connsiteY357" fmla="*/ 43776 h 1945004"/>
                <a:gd name="connsiteX358" fmla="*/ 4238625 w 11901963"/>
                <a:gd name="connsiteY358" fmla="*/ 25202 h 1945004"/>
                <a:gd name="connsiteX359" fmla="*/ 4331018 w 11901963"/>
                <a:gd name="connsiteY359" fmla="*/ 50443 h 1945004"/>
                <a:gd name="connsiteX360" fmla="*/ 3860007 w 11901963"/>
                <a:gd name="connsiteY360" fmla="*/ 35680 h 1945004"/>
                <a:gd name="connsiteX361" fmla="*/ 3857625 w 11901963"/>
                <a:gd name="connsiteY361" fmla="*/ 16153 h 1945004"/>
                <a:gd name="connsiteX362" fmla="*/ 3952875 w 11901963"/>
                <a:gd name="connsiteY362" fmla="*/ 4247 h 1945004"/>
                <a:gd name="connsiteX363" fmla="*/ 3952875 w 11901963"/>
                <a:gd name="connsiteY363" fmla="*/ 21869 h 1945004"/>
                <a:gd name="connsiteX364" fmla="*/ 3860007 w 11901963"/>
                <a:gd name="connsiteY364" fmla="*/ 33775 h 1945004"/>
                <a:gd name="connsiteX365" fmla="*/ 8042434 w 11901963"/>
                <a:gd name="connsiteY365" fmla="*/ 35680 h 1945004"/>
                <a:gd name="connsiteX366" fmla="*/ 7947184 w 11901963"/>
                <a:gd name="connsiteY366" fmla="*/ 24250 h 1945004"/>
                <a:gd name="connsiteX367" fmla="*/ 7947184 w 11901963"/>
                <a:gd name="connsiteY367" fmla="*/ 6629 h 1945004"/>
                <a:gd name="connsiteX368" fmla="*/ 8042434 w 11901963"/>
                <a:gd name="connsiteY368" fmla="*/ 18058 h 1945004"/>
                <a:gd name="connsiteX369" fmla="*/ 7760018 w 11901963"/>
                <a:gd name="connsiteY369" fmla="*/ 25202 h 1945004"/>
                <a:gd name="connsiteX370" fmla="*/ 7757636 w 11901963"/>
                <a:gd name="connsiteY370" fmla="*/ 7581 h 1945004"/>
                <a:gd name="connsiteX371" fmla="*/ 7852886 w 11901963"/>
                <a:gd name="connsiteY371" fmla="*/ -39 h 1945004"/>
                <a:gd name="connsiteX372" fmla="*/ 7852886 w 11901963"/>
                <a:gd name="connsiteY372" fmla="*/ 18058 h 1945004"/>
                <a:gd name="connsiteX373" fmla="*/ 7760018 w 11901963"/>
                <a:gd name="connsiteY373" fmla="*/ 25202 h 1945004"/>
                <a:gd name="connsiteX374" fmla="*/ 4143375 w 11901963"/>
                <a:gd name="connsiteY374" fmla="*/ 25202 h 1945004"/>
                <a:gd name="connsiteX375" fmla="*/ 4048125 w 11901963"/>
                <a:gd name="connsiteY375" fmla="*/ 19011 h 1945004"/>
                <a:gd name="connsiteX376" fmla="*/ 4048125 w 11901963"/>
                <a:gd name="connsiteY376" fmla="*/ 1390 h 1945004"/>
                <a:gd name="connsiteX377" fmla="*/ 4143375 w 11901963"/>
                <a:gd name="connsiteY377" fmla="*/ 8057 h 1945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</a:cxnLst>
              <a:rect l="l" t="t" r="r" b="b"/>
              <a:pathLst>
                <a:path w="11901963" h="1945004">
                  <a:moveTo>
                    <a:pt x="11901964" y="1944965"/>
                  </a:moveTo>
                  <a:lnTo>
                    <a:pt x="11806714" y="1944965"/>
                  </a:lnTo>
                  <a:lnTo>
                    <a:pt x="11806714" y="1926868"/>
                  </a:lnTo>
                  <a:lnTo>
                    <a:pt x="11901964" y="1926868"/>
                  </a:lnTo>
                  <a:close/>
                  <a:moveTo>
                    <a:pt x="11711464" y="1944965"/>
                  </a:moveTo>
                  <a:lnTo>
                    <a:pt x="11616214" y="1944965"/>
                  </a:lnTo>
                  <a:lnTo>
                    <a:pt x="11616214" y="1926868"/>
                  </a:lnTo>
                  <a:lnTo>
                    <a:pt x="11711464" y="1926868"/>
                  </a:lnTo>
                  <a:close/>
                  <a:moveTo>
                    <a:pt x="11520964" y="1944965"/>
                  </a:moveTo>
                  <a:lnTo>
                    <a:pt x="11425714" y="1944965"/>
                  </a:lnTo>
                  <a:lnTo>
                    <a:pt x="11425714" y="1926868"/>
                  </a:lnTo>
                  <a:lnTo>
                    <a:pt x="11520964" y="1926868"/>
                  </a:lnTo>
                  <a:close/>
                  <a:moveTo>
                    <a:pt x="11330464" y="1944965"/>
                  </a:moveTo>
                  <a:lnTo>
                    <a:pt x="11235214" y="1944965"/>
                  </a:lnTo>
                  <a:lnTo>
                    <a:pt x="11235214" y="1926868"/>
                  </a:lnTo>
                  <a:lnTo>
                    <a:pt x="11330464" y="1926868"/>
                  </a:lnTo>
                  <a:close/>
                  <a:moveTo>
                    <a:pt x="11139964" y="1944965"/>
                  </a:moveTo>
                  <a:lnTo>
                    <a:pt x="11044714" y="1944965"/>
                  </a:lnTo>
                  <a:lnTo>
                    <a:pt x="11044714" y="1926868"/>
                  </a:lnTo>
                  <a:lnTo>
                    <a:pt x="11139964" y="1926868"/>
                  </a:lnTo>
                  <a:close/>
                  <a:moveTo>
                    <a:pt x="10949464" y="1944965"/>
                  </a:moveTo>
                  <a:lnTo>
                    <a:pt x="10854214" y="1944965"/>
                  </a:lnTo>
                  <a:lnTo>
                    <a:pt x="10854214" y="1926868"/>
                  </a:lnTo>
                  <a:lnTo>
                    <a:pt x="10949464" y="1926868"/>
                  </a:lnTo>
                  <a:close/>
                  <a:moveTo>
                    <a:pt x="10758964" y="1944965"/>
                  </a:moveTo>
                  <a:lnTo>
                    <a:pt x="10663714" y="1944965"/>
                  </a:lnTo>
                  <a:lnTo>
                    <a:pt x="10663714" y="1926868"/>
                  </a:lnTo>
                  <a:lnTo>
                    <a:pt x="10758964" y="1926868"/>
                  </a:lnTo>
                  <a:close/>
                  <a:moveTo>
                    <a:pt x="10568464" y="1944965"/>
                  </a:moveTo>
                  <a:lnTo>
                    <a:pt x="10473214" y="1944965"/>
                  </a:lnTo>
                  <a:lnTo>
                    <a:pt x="10473214" y="1926868"/>
                  </a:lnTo>
                  <a:lnTo>
                    <a:pt x="10568464" y="1926868"/>
                  </a:lnTo>
                  <a:close/>
                  <a:moveTo>
                    <a:pt x="10377964" y="1944965"/>
                  </a:moveTo>
                  <a:lnTo>
                    <a:pt x="10282714" y="1944965"/>
                  </a:lnTo>
                  <a:lnTo>
                    <a:pt x="10282714" y="1926868"/>
                  </a:lnTo>
                  <a:lnTo>
                    <a:pt x="10377964" y="1926868"/>
                  </a:lnTo>
                  <a:close/>
                  <a:moveTo>
                    <a:pt x="10187464" y="1944965"/>
                  </a:moveTo>
                  <a:lnTo>
                    <a:pt x="10092214" y="1944965"/>
                  </a:lnTo>
                  <a:lnTo>
                    <a:pt x="10092214" y="1926868"/>
                  </a:lnTo>
                  <a:lnTo>
                    <a:pt x="10187464" y="1926868"/>
                  </a:lnTo>
                  <a:close/>
                  <a:moveTo>
                    <a:pt x="9996964" y="1944965"/>
                  </a:moveTo>
                  <a:lnTo>
                    <a:pt x="9901714" y="1944965"/>
                  </a:lnTo>
                  <a:lnTo>
                    <a:pt x="9901714" y="1926868"/>
                  </a:lnTo>
                  <a:lnTo>
                    <a:pt x="9996964" y="1926868"/>
                  </a:lnTo>
                  <a:close/>
                  <a:moveTo>
                    <a:pt x="9806464" y="1944965"/>
                  </a:moveTo>
                  <a:cubicBezTo>
                    <a:pt x="9774555" y="1944965"/>
                    <a:pt x="9742170" y="1944965"/>
                    <a:pt x="9711214" y="1940203"/>
                  </a:cubicBezTo>
                  <a:lnTo>
                    <a:pt x="9711214" y="1922106"/>
                  </a:lnTo>
                  <a:cubicBezTo>
                    <a:pt x="9742837" y="1925392"/>
                    <a:pt x="9774650" y="1927011"/>
                    <a:pt x="9806464" y="1926868"/>
                  </a:cubicBezTo>
                  <a:close/>
                  <a:moveTo>
                    <a:pt x="2103596" y="1944965"/>
                  </a:moveTo>
                  <a:lnTo>
                    <a:pt x="2095500" y="1944965"/>
                  </a:lnTo>
                  <a:lnTo>
                    <a:pt x="2095500" y="1926868"/>
                  </a:lnTo>
                  <a:lnTo>
                    <a:pt x="2099786" y="1926868"/>
                  </a:lnTo>
                  <a:cubicBezTo>
                    <a:pt x="2129790" y="1926868"/>
                    <a:pt x="2160270" y="1926868"/>
                    <a:pt x="2189798" y="1923058"/>
                  </a:cubicBezTo>
                  <a:lnTo>
                    <a:pt x="2189798" y="1940679"/>
                  </a:lnTo>
                  <a:cubicBezTo>
                    <a:pt x="2163128" y="1943537"/>
                    <a:pt x="2132171" y="1944965"/>
                    <a:pt x="2101691" y="1944965"/>
                  </a:cubicBezTo>
                  <a:close/>
                  <a:moveTo>
                    <a:pt x="2004060" y="1944965"/>
                  </a:moveTo>
                  <a:lnTo>
                    <a:pt x="1905000" y="1944965"/>
                  </a:lnTo>
                  <a:lnTo>
                    <a:pt x="1905000" y="1926868"/>
                  </a:lnTo>
                  <a:lnTo>
                    <a:pt x="2000250" y="1926868"/>
                  </a:lnTo>
                  <a:close/>
                  <a:moveTo>
                    <a:pt x="1813560" y="1944965"/>
                  </a:moveTo>
                  <a:lnTo>
                    <a:pt x="1714500" y="1944965"/>
                  </a:lnTo>
                  <a:lnTo>
                    <a:pt x="1714500" y="1926868"/>
                  </a:lnTo>
                  <a:lnTo>
                    <a:pt x="1809750" y="1926868"/>
                  </a:lnTo>
                  <a:close/>
                  <a:moveTo>
                    <a:pt x="1623060" y="1944965"/>
                  </a:moveTo>
                  <a:lnTo>
                    <a:pt x="1524000" y="1944965"/>
                  </a:lnTo>
                  <a:lnTo>
                    <a:pt x="1524000" y="1926868"/>
                  </a:lnTo>
                  <a:lnTo>
                    <a:pt x="1619250" y="1926868"/>
                  </a:lnTo>
                  <a:close/>
                  <a:moveTo>
                    <a:pt x="1432560" y="1944965"/>
                  </a:moveTo>
                  <a:lnTo>
                    <a:pt x="1333500" y="1944965"/>
                  </a:lnTo>
                  <a:lnTo>
                    <a:pt x="1333500" y="1926868"/>
                  </a:lnTo>
                  <a:lnTo>
                    <a:pt x="1428750" y="1926868"/>
                  </a:lnTo>
                  <a:close/>
                  <a:moveTo>
                    <a:pt x="1242060" y="1944965"/>
                  </a:moveTo>
                  <a:lnTo>
                    <a:pt x="1143000" y="1944965"/>
                  </a:lnTo>
                  <a:lnTo>
                    <a:pt x="1143000" y="1926868"/>
                  </a:lnTo>
                  <a:lnTo>
                    <a:pt x="1238250" y="1926868"/>
                  </a:lnTo>
                  <a:close/>
                  <a:moveTo>
                    <a:pt x="1051560" y="1944965"/>
                  </a:moveTo>
                  <a:lnTo>
                    <a:pt x="952500" y="1944965"/>
                  </a:lnTo>
                  <a:lnTo>
                    <a:pt x="952500" y="1926868"/>
                  </a:lnTo>
                  <a:lnTo>
                    <a:pt x="1047750" y="1926868"/>
                  </a:lnTo>
                  <a:close/>
                  <a:moveTo>
                    <a:pt x="861060" y="1944965"/>
                  </a:moveTo>
                  <a:lnTo>
                    <a:pt x="762000" y="1944965"/>
                  </a:lnTo>
                  <a:lnTo>
                    <a:pt x="762000" y="1926868"/>
                  </a:lnTo>
                  <a:lnTo>
                    <a:pt x="857250" y="1926868"/>
                  </a:lnTo>
                  <a:close/>
                  <a:moveTo>
                    <a:pt x="670560" y="1944965"/>
                  </a:moveTo>
                  <a:lnTo>
                    <a:pt x="571500" y="1944965"/>
                  </a:lnTo>
                  <a:lnTo>
                    <a:pt x="571500" y="1926868"/>
                  </a:lnTo>
                  <a:lnTo>
                    <a:pt x="666750" y="1926868"/>
                  </a:lnTo>
                  <a:close/>
                  <a:moveTo>
                    <a:pt x="480060" y="1944965"/>
                  </a:moveTo>
                  <a:lnTo>
                    <a:pt x="381000" y="1944965"/>
                  </a:lnTo>
                  <a:lnTo>
                    <a:pt x="381000" y="1926868"/>
                  </a:lnTo>
                  <a:lnTo>
                    <a:pt x="476250" y="1926868"/>
                  </a:lnTo>
                  <a:close/>
                  <a:moveTo>
                    <a:pt x="289560" y="1944965"/>
                  </a:moveTo>
                  <a:lnTo>
                    <a:pt x="190500" y="1944965"/>
                  </a:lnTo>
                  <a:lnTo>
                    <a:pt x="190500" y="1926868"/>
                  </a:lnTo>
                  <a:lnTo>
                    <a:pt x="285750" y="1926868"/>
                  </a:lnTo>
                  <a:close/>
                  <a:moveTo>
                    <a:pt x="99060" y="1944965"/>
                  </a:moveTo>
                  <a:lnTo>
                    <a:pt x="0" y="1944965"/>
                  </a:lnTo>
                  <a:lnTo>
                    <a:pt x="0" y="1926868"/>
                  </a:lnTo>
                  <a:lnTo>
                    <a:pt x="95250" y="1926868"/>
                  </a:lnTo>
                  <a:close/>
                  <a:moveTo>
                    <a:pt x="6004560" y="1944965"/>
                  </a:moveTo>
                  <a:lnTo>
                    <a:pt x="6004560" y="1926868"/>
                  </a:lnTo>
                  <a:cubicBezTo>
                    <a:pt x="6035516" y="1926868"/>
                    <a:pt x="6067425" y="1922581"/>
                    <a:pt x="6099810" y="1918295"/>
                  </a:cubicBezTo>
                  <a:lnTo>
                    <a:pt x="6102192" y="1935917"/>
                  </a:lnTo>
                  <a:cubicBezTo>
                    <a:pt x="6063139" y="1939251"/>
                    <a:pt x="6030754" y="1942584"/>
                    <a:pt x="6000750" y="1944013"/>
                  </a:cubicBezTo>
                  <a:close/>
                  <a:moveTo>
                    <a:pt x="5909310" y="1944965"/>
                  </a:moveTo>
                  <a:cubicBezTo>
                    <a:pt x="5877402" y="1943489"/>
                    <a:pt x="5845635" y="1940298"/>
                    <a:pt x="5814060" y="1935440"/>
                  </a:cubicBezTo>
                  <a:lnTo>
                    <a:pt x="5814060" y="1917819"/>
                  </a:lnTo>
                  <a:cubicBezTo>
                    <a:pt x="5845017" y="1922106"/>
                    <a:pt x="5876925" y="1925439"/>
                    <a:pt x="5909310" y="1927344"/>
                  </a:cubicBezTo>
                  <a:close/>
                  <a:moveTo>
                    <a:pt x="2295049" y="1928297"/>
                  </a:moveTo>
                  <a:lnTo>
                    <a:pt x="2291715" y="1910675"/>
                  </a:lnTo>
                  <a:cubicBezTo>
                    <a:pt x="2322743" y="1904913"/>
                    <a:pt x="2353428" y="1897436"/>
                    <a:pt x="2383631" y="1888292"/>
                  </a:cubicBezTo>
                  <a:lnTo>
                    <a:pt x="2388394" y="1905437"/>
                  </a:lnTo>
                  <a:cubicBezTo>
                    <a:pt x="2351246" y="1913057"/>
                    <a:pt x="2319814" y="1920677"/>
                    <a:pt x="2288381" y="1926868"/>
                  </a:cubicBezTo>
                  <a:close/>
                  <a:moveTo>
                    <a:pt x="9620250" y="1928297"/>
                  </a:moveTo>
                  <a:cubicBezTo>
                    <a:pt x="9588817" y="1922106"/>
                    <a:pt x="9557385" y="1914009"/>
                    <a:pt x="9525000" y="1904960"/>
                  </a:cubicBezTo>
                  <a:lnTo>
                    <a:pt x="9530239" y="1887815"/>
                  </a:lnTo>
                  <a:cubicBezTo>
                    <a:pt x="9560243" y="1896864"/>
                    <a:pt x="9590723" y="1904960"/>
                    <a:pt x="9621679" y="1911152"/>
                  </a:cubicBezTo>
                  <a:close/>
                  <a:moveTo>
                    <a:pt x="6191250" y="1916390"/>
                  </a:moveTo>
                  <a:lnTo>
                    <a:pt x="6186964" y="1899245"/>
                  </a:lnTo>
                  <a:cubicBezTo>
                    <a:pt x="6217444" y="1891626"/>
                    <a:pt x="6247924" y="1882100"/>
                    <a:pt x="6277451" y="1871623"/>
                  </a:cubicBezTo>
                  <a:lnTo>
                    <a:pt x="6283643" y="1888768"/>
                  </a:lnTo>
                  <a:cubicBezTo>
                    <a:pt x="6250781" y="1899245"/>
                    <a:pt x="6219826" y="1908771"/>
                    <a:pt x="6191250" y="1916390"/>
                  </a:cubicBezTo>
                  <a:close/>
                  <a:moveTo>
                    <a:pt x="5715000" y="1916390"/>
                  </a:moveTo>
                  <a:cubicBezTo>
                    <a:pt x="5683854" y="1908675"/>
                    <a:pt x="5653183" y="1899293"/>
                    <a:pt x="5623084" y="1888292"/>
                  </a:cubicBezTo>
                  <a:lnTo>
                    <a:pt x="5629275" y="1871147"/>
                  </a:lnTo>
                  <a:cubicBezTo>
                    <a:pt x="5658755" y="1882148"/>
                    <a:pt x="5688806" y="1891530"/>
                    <a:pt x="5719286" y="1899245"/>
                  </a:cubicBezTo>
                  <a:close/>
                  <a:moveTo>
                    <a:pt x="2476500" y="1873528"/>
                  </a:moveTo>
                  <a:lnTo>
                    <a:pt x="2469356" y="1856859"/>
                  </a:lnTo>
                  <a:cubicBezTo>
                    <a:pt x="2498250" y="1845096"/>
                    <a:pt x="2526826" y="1831761"/>
                    <a:pt x="2555081" y="1816854"/>
                  </a:cubicBezTo>
                  <a:lnTo>
                    <a:pt x="2563178" y="1832570"/>
                  </a:lnTo>
                  <a:cubicBezTo>
                    <a:pt x="2531269" y="1845429"/>
                    <a:pt x="2502218" y="1859241"/>
                    <a:pt x="2472690" y="1871623"/>
                  </a:cubicBezTo>
                  <a:close/>
                  <a:moveTo>
                    <a:pt x="9433560" y="1873528"/>
                  </a:moveTo>
                  <a:cubicBezTo>
                    <a:pt x="9404033" y="1860669"/>
                    <a:pt x="9374982" y="1846858"/>
                    <a:pt x="9346882" y="1831618"/>
                  </a:cubicBezTo>
                  <a:lnTo>
                    <a:pt x="9355455" y="1815902"/>
                  </a:lnTo>
                  <a:cubicBezTo>
                    <a:pt x="9383078" y="1830666"/>
                    <a:pt x="9411652" y="1844477"/>
                    <a:pt x="9440704" y="1856859"/>
                  </a:cubicBezTo>
                  <a:close/>
                  <a:moveTo>
                    <a:pt x="6373654" y="1855907"/>
                  </a:moveTo>
                  <a:lnTo>
                    <a:pt x="6366034" y="1839714"/>
                  </a:lnTo>
                  <a:cubicBezTo>
                    <a:pt x="6394609" y="1826474"/>
                    <a:pt x="6422422" y="1811663"/>
                    <a:pt x="6449378" y="1795423"/>
                  </a:cubicBezTo>
                  <a:lnTo>
                    <a:pt x="6458427" y="1810663"/>
                  </a:lnTo>
                  <a:cubicBezTo>
                    <a:pt x="6429375" y="1822569"/>
                    <a:pt x="6398895" y="1837809"/>
                    <a:pt x="6369844" y="1851620"/>
                  </a:cubicBezTo>
                  <a:close/>
                  <a:moveTo>
                    <a:pt x="5536406" y="1853049"/>
                  </a:moveTo>
                  <a:cubicBezTo>
                    <a:pt x="5507832" y="1839238"/>
                    <a:pt x="5479257" y="1823522"/>
                    <a:pt x="5452110" y="1805424"/>
                  </a:cubicBezTo>
                  <a:lnTo>
                    <a:pt x="5461159" y="1790184"/>
                  </a:lnTo>
                  <a:cubicBezTo>
                    <a:pt x="5487829" y="1807663"/>
                    <a:pt x="5515499" y="1823569"/>
                    <a:pt x="5544027" y="1837809"/>
                  </a:cubicBezTo>
                  <a:close/>
                  <a:moveTo>
                    <a:pt x="2645569" y="1785422"/>
                  </a:moveTo>
                  <a:lnTo>
                    <a:pt x="2635568" y="1770658"/>
                  </a:lnTo>
                  <a:cubicBezTo>
                    <a:pt x="2661790" y="1753132"/>
                    <a:pt x="2687064" y="1734177"/>
                    <a:pt x="2711291" y="1713984"/>
                  </a:cubicBezTo>
                  <a:lnTo>
                    <a:pt x="2722721" y="1727795"/>
                  </a:lnTo>
                  <a:cubicBezTo>
                    <a:pt x="2694146" y="1743988"/>
                    <a:pt x="2667000" y="1763038"/>
                    <a:pt x="2641759" y="1781136"/>
                  </a:cubicBezTo>
                  <a:close/>
                  <a:moveTo>
                    <a:pt x="9265444" y="1781612"/>
                  </a:moveTo>
                  <a:cubicBezTo>
                    <a:pt x="9238916" y="1763609"/>
                    <a:pt x="9213294" y="1744179"/>
                    <a:pt x="9188768" y="1723509"/>
                  </a:cubicBezTo>
                  <a:lnTo>
                    <a:pt x="9200197" y="1709698"/>
                  </a:lnTo>
                  <a:cubicBezTo>
                    <a:pt x="9224201" y="1730081"/>
                    <a:pt x="9249347" y="1749179"/>
                    <a:pt x="9275445" y="1766848"/>
                  </a:cubicBezTo>
                  <a:close/>
                  <a:moveTo>
                    <a:pt x="6538913" y="1756847"/>
                  </a:moveTo>
                  <a:lnTo>
                    <a:pt x="6524625" y="1739702"/>
                  </a:lnTo>
                  <a:cubicBezTo>
                    <a:pt x="6549962" y="1720985"/>
                    <a:pt x="6574298" y="1700982"/>
                    <a:pt x="6597491" y="1679694"/>
                  </a:cubicBezTo>
                  <a:lnTo>
                    <a:pt x="6609874" y="1693029"/>
                  </a:lnTo>
                  <a:cubicBezTo>
                    <a:pt x="6585109" y="1713032"/>
                    <a:pt x="6560344" y="1733511"/>
                    <a:pt x="6534627" y="1752560"/>
                  </a:cubicBezTo>
                  <a:close/>
                  <a:moveTo>
                    <a:pt x="5373053" y="1753037"/>
                  </a:moveTo>
                  <a:cubicBezTo>
                    <a:pt x="5347383" y="1733701"/>
                    <a:pt x="5322761" y="1713032"/>
                    <a:pt x="5299234" y="1691124"/>
                  </a:cubicBezTo>
                  <a:lnTo>
                    <a:pt x="5311140" y="1678265"/>
                  </a:lnTo>
                  <a:cubicBezTo>
                    <a:pt x="5334477" y="1699221"/>
                    <a:pt x="5358765" y="1719699"/>
                    <a:pt x="5383530" y="1738749"/>
                  </a:cubicBezTo>
                  <a:close/>
                  <a:moveTo>
                    <a:pt x="2790349" y="1658739"/>
                  </a:moveTo>
                  <a:lnTo>
                    <a:pt x="2777490" y="1646357"/>
                  </a:lnTo>
                  <a:cubicBezTo>
                    <a:pt x="2799874" y="1623973"/>
                    <a:pt x="2820829" y="1598732"/>
                    <a:pt x="2840831" y="1576348"/>
                  </a:cubicBezTo>
                  <a:lnTo>
                    <a:pt x="2854643" y="1587778"/>
                  </a:lnTo>
                  <a:cubicBezTo>
                    <a:pt x="2834473" y="1612543"/>
                    <a:pt x="2813014" y="1636213"/>
                    <a:pt x="2790349" y="1658739"/>
                  </a:cubicBezTo>
                  <a:close/>
                  <a:moveTo>
                    <a:pt x="9113520" y="1653977"/>
                  </a:moveTo>
                  <a:cubicBezTo>
                    <a:pt x="9090993" y="1631307"/>
                    <a:pt x="9069705" y="1607447"/>
                    <a:pt x="9049703" y="1582539"/>
                  </a:cubicBezTo>
                  <a:lnTo>
                    <a:pt x="9063514" y="1571109"/>
                  </a:lnTo>
                  <a:cubicBezTo>
                    <a:pt x="9083516" y="1595398"/>
                    <a:pt x="9104471" y="1618734"/>
                    <a:pt x="9126379" y="1641594"/>
                  </a:cubicBezTo>
                  <a:close/>
                  <a:moveTo>
                    <a:pt x="6676549" y="1623497"/>
                  </a:moveTo>
                  <a:lnTo>
                    <a:pt x="6663214" y="1611590"/>
                  </a:lnTo>
                  <a:cubicBezTo>
                    <a:pt x="6684169" y="1588254"/>
                    <a:pt x="6704172" y="1563965"/>
                    <a:pt x="6723221" y="1538248"/>
                  </a:cubicBezTo>
                  <a:lnTo>
                    <a:pt x="6737509" y="1548725"/>
                  </a:lnTo>
                  <a:cubicBezTo>
                    <a:pt x="6718459" y="1574443"/>
                    <a:pt x="6697980" y="1599684"/>
                    <a:pt x="6676549" y="1623497"/>
                  </a:cubicBezTo>
                  <a:close/>
                  <a:moveTo>
                    <a:pt x="5227796" y="1618258"/>
                  </a:moveTo>
                  <a:cubicBezTo>
                    <a:pt x="5206318" y="1594445"/>
                    <a:pt x="5186124" y="1569490"/>
                    <a:pt x="5167313" y="1543487"/>
                  </a:cubicBezTo>
                  <a:lnTo>
                    <a:pt x="5181600" y="1533009"/>
                  </a:lnTo>
                  <a:cubicBezTo>
                    <a:pt x="5200174" y="1558251"/>
                    <a:pt x="5220177" y="1580634"/>
                    <a:pt x="5241132" y="1606352"/>
                  </a:cubicBezTo>
                  <a:close/>
                  <a:moveTo>
                    <a:pt x="2911793" y="1510149"/>
                  </a:moveTo>
                  <a:lnTo>
                    <a:pt x="2897029" y="1500148"/>
                  </a:lnTo>
                  <a:cubicBezTo>
                    <a:pt x="2914174" y="1474431"/>
                    <a:pt x="2930366" y="1446808"/>
                    <a:pt x="2944654" y="1419185"/>
                  </a:cubicBezTo>
                  <a:lnTo>
                    <a:pt x="2960370" y="1427758"/>
                  </a:lnTo>
                  <a:cubicBezTo>
                    <a:pt x="2946083" y="1453952"/>
                    <a:pt x="2929414" y="1483479"/>
                    <a:pt x="2911793" y="1510149"/>
                  </a:cubicBezTo>
                  <a:close/>
                  <a:moveTo>
                    <a:pt x="8993029" y="1504434"/>
                  </a:moveTo>
                  <a:cubicBezTo>
                    <a:pt x="8975693" y="1477669"/>
                    <a:pt x="8959787" y="1449999"/>
                    <a:pt x="8945404" y="1421567"/>
                  </a:cubicBezTo>
                  <a:lnTo>
                    <a:pt x="8961120" y="1413471"/>
                  </a:lnTo>
                  <a:cubicBezTo>
                    <a:pt x="8975598" y="1441379"/>
                    <a:pt x="8991505" y="1468573"/>
                    <a:pt x="9008745" y="1494909"/>
                  </a:cubicBezTo>
                  <a:close/>
                  <a:moveTo>
                    <a:pt x="6790373" y="1468715"/>
                  </a:moveTo>
                  <a:lnTo>
                    <a:pt x="6775132" y="1459667"/>
                  </a:lnTo>
                  <a:cubicBezTo>
                    <a:pt x="6791326" y="1432521"/>
                    <a:pt x="6806089" y="1404422"/>
                    <a:pt x="6819424" y="1376323"/>
                  </a:cubicBezTo>
                  <a:lnTo>
                    <a:pt x="6835616" y="1383943"/>
                  </a:lnTo>
                  <a:cubicBezTo>
                    <a:pt x="6821806" y="1412518"/>
                    <a:pt x="6807041" y="1441093"/>
                    <a:pt x="6790373" y="1468715"/>
                  </a:cubicBezTo>
                  <a:close/>
                  <a:moveTo>
                    <a:pt x="5114925" y="1463001"/>
                  </a:moveTo>
                  <a:cubicBezTo>
                    <a:pt x="5098733" y="1435378"/>
                    <a:pt x="5083493" y="1406803"/>
                    <a:pt x="5070158" y="1377752"/>
                  </a:cubicBezTo>
                  <a:lnTo>
                    <a:pt x="5086350" y="1370132"/>
                  </a:lnTo>
                  <a:cubicBezTo>
                    <a:pt x="5099685" y="1398707"/>
                    <a:pt x="5114449" y="1426806"/>
                    <a:pt x="5130165" y="1453952"/>
                  </a:cubicBezTo>
                  <a:close/>
                  <a:moveTo>
                    <a:pt x="3000375" y="1340605"/>
                  </a:moveTo>
                  <a:lnTo>
                    <a:pt x="2983706" y="1333937"/>
                  </a:lnTo>
                  <a:cubicBezTo>
                    <a:pt x="2995613" y="1304886"/>
                    <a:pt x="3006090" y="1274882"/>
                    <a:pt x="3015139" y="1244878"/>
                  </a:cubicBezTo>
                  <a:lnTo>
                    <a:pt x="3032284" y="1249641"/>
                  </a:lnTo>
                  <a:cubicBezTo>
                    <a:pt x="3024664" y="1280597"/>
                    <a:pt x="3013710" y="1311077"/>
                    <a:pt x="3000375" y="1340605"/>
                  </a:cubicBezTo>
                  <a:close/>
                  <a:moveTo>
                    <a:pt x="8905875" y="1334413"/>
                  </a:moveTo>
                  <a:cubicBezTo>
                    <a:pt x="8893969" y="1304886"/>
                    <a:pt x="8883491" y="1273929"/>
                    <a:pt x="8874442" y="1243450"/>
                  </a:cubicBezTo>
                  <a:lnTo>
                    <a:pt x="8891587" y="1238211"/>
                  </a:lnTo>
                  <a:cubicBezTo>
                    <a:pt x="8900255" y="1268548"/>
                    <a:pt x="8910399" y="1298409"/>
                    <a:pt x="8922067" y="1327746"/>
                  </a:cubicBezTo>
                  <a:close/>
                  <a:moveTo>
                    <a:pt x="6873241" y="1294885"/>
                  </a:moveTo>
                  <a:lnTo>
                    <a:pt x="6856572" y="1288693"/>
                  </a:lnTo>
                  <a:cubicBezTo>
                    <a:pt x="6866572" y="1259166"/>
                    <a:pt x="6875621" y="1228686"/>
                    <a:pt x="6883241" y="1198206"/>
                  </a:cubicBezTo>
                  <a:lnTo>
                    <a:pt x="6900386" y="1202492"/>
                  </a:lnTo>
                  <a:cubicBezTo>
                    <a:pt x="6892481" y="1233781"/>
                    <a:pt x="6882956" y="1264595"/>
                    <a:pt x="6871811" y="1294885"/>
                  </a:cubicBezTo>
                  <a:close/>
                  <a:moveTo>
                    <a:pt x="5035868" y="1288217"/>
                  </a:moveTo>
                  <a:cubicBezTo>
                    <a:pt x="5025866" y="1258213"/>
                    <a:pt x="5016818" y="1226781"/>
                    <a:pt x="5009198" y="1195825"/>
                  </a:cubicBezTo>
                  <a:lnTo>
                    <a:pt x="5026819" y="1192014"/>
                  </a:lnTo>
                  <a:cubicBezTo>
                    <a:pt x="5033867" y="1222637"/>
                    <a:pt x="5042631" y="1252832"/>
                    <a:pt x="5053013" y="1282502"/>
                  </a:cubicBezTo>
                  <a:close/>
                  <a:moveTo>
                    <a:pt x="3056573" y="1156296"/>
                  </a:moveTo>
                  <a:lnTo>
                    <a:pt x="3038951" y="1152962"/>
                  </a:lnTo>
                  <a:cubicBezTo>
                    <a:pt x="3044666" y="1122482"/>
                    <a:pt x="3049429" y="1091049"/>
                    <a:pt x="3052286" y="1057712"/>
                  </a:cubicBezTo>
                  <a:lnTo>
                    <a:pt x="3069908" y="1057712"/>
                  </a:lnTo>
                  <a:cubicBezTo>
                    <a:pt x="3067050" y="1092954"/>
                    <a:pt x="3062288" y="1125339"/>
                    <a:pt x="3056573" y="1156296"/>
                  </a:cubicBezTo>
                  <a:close/>
                  <a:moveTo>
                    <a:pt x="8851107" y="1149628"/>
                  </a:moveTo>
                  <a:cubicBezTo>
                    <a:pt x="8844915" y="1118163"/>
                    <a:pt x="8840629" y="1086358"/>
                    <a:pt x="8838248" y="1054378"/>
                  </a:cubicBezTo>
                  <a:lnTo>
                    <a:pt x="8855869" y="1054378"/>
                  </a:lnTo>
                  <a:cubicBezTo>
                    <a:pt x="8858726" y="1085811"/>
                    <a:pt x="8862536" y="1117243"/>
                    <a:pt x="8868252" y="1149628"/>
                  </a:cubicBezTo>
                  <a:close/>
                  <a:moveTo>
                    <a:pt x="6917056" y="1108194"/>
                  </a:moveTo>
                  <a:lnTo>
                    <a:pt x="6899434" y="1108194"/>
                  </a:lnTo>
                  <a:cubicBezTo>
                    <a:pt x="6903577" y="1076443"/>
                    <a:pt x="6906435" y="1044696"/>
                    <a:pt x="6908007" y="1012944"/>
                  </a:cubicBezTo>
                  <a:lnTo>
                    <a:pt x="6925628" y="1012944"/>
                  </a:lnTo>
                  <a:cubicBezTo>
                    <a:pt x="6924342" y="1044696"/>
                    <a:pt x="6921484" y="1076443"/>
                    <a:pt x="6917056" y="1108194"/>
                  </a:cubicBezTo>
                  <a:close/>
                  <a:moveTo>
                    <a:pt x="4990624" y="1101527"/>
                  </a:moveTo>
                  <a:cubicBezTo>
                    <a:pt x="4986433" y="1069928"/>
                    <a:pt x="4983909" y="1038138"/>
                    <a:pt x="4983004" y="1006277"/>
                  </a:cubicBezTo>
                  <a:lnTo>
                    <a:pt x="5000625" y="1006277"/>
                  </a:lnTo>
                  <a:cubicBezTo>
                    <a:pt x="5000625" y="1037710"/>
                    <a:pt x="5004435" y="1069618"/>
                    <a:pt x="5008245" y="1101527"/>
                  </a:cubicBezTo>
                  <a:close/>
                  <a:moveTo>
                    <a:pt x="3073718" y="965319"/>
                  </a:moveTo>
                  <a:lnTo>
                    <a:pt x="3056096" y="965319"/>
                  </a:lnTo>
                  <a:cubicBezTo>
                    <a:pt x="3056211" y="933501"/>
                    <a:pt x="3057958" y="901707"/>
                    <a:pt x="3061335" y="870069"/>
                  </a:cubicBezTo>
                  <a:lnTo>
                    <a:pt x="3078956" y="870069"/>
                  </a:lnTo>
                  <a:cubicBezTo>
                    <a:pt x="3076099" y="901978"/>
                    <a:pt x="3074194" y="933887"/>
                    <a:pt x="3073718" y="965319"/>
                  </a:cubicBezTo>
                  <a:close/>
                  <a:moveTo>
                    <a:pt x="8836342" y="958652"/>
                  </a:moveTo>
                  <a:cubicBezTo>
                    <a:pt x="8836342" y="927220"/>
                    <a:pt x="8833485" y="895311"/>
                    <a:pt x="8830151" y="863402"/>
                  </a:cubicBezTo>
                  <a:lnTo>
                    <a:pt x="8847772" y="863402"/>
                  </a:lnTo>
                  <a:cubicBezTo>
                    <a:pt x="8851487" y="895020"/>
                    <a:pt x="8853582" y="926815"/>
                    <a:pt x="8853964" y="958652"/>
                  </a:cubicBezTo>
                  <a:close/>
                  <a:moveTo>
                    <a:pt x="6931342" y="917218"/>
                  </a:moveTo>
                  <a:lnTo>
                    <a:pt x="6913721" y="917218"/>
                  </a:lnTo>
                  <a:cubicBezTo>
                    <a:pt x="6915388" y="885314"/>
                    <a:pt x="6918722" y="853525"/>
                    <a:pt x="6923723" y="821968"/>
                  </a:cubicBezTo>
                  <a:lnTo>
                    <a:pt x="6941344" y="824826"/>
                  </a:lnTo>
                  <a:cubicBezTo>
                    <a:pt x="6933248" y="854353"/>
                    <a:pt x="6929914" y="885786"/>
                    <a:pt x="6928009" y="917218"/>
                  </a:cubicBezTo>
                  <a:close/>
                  <a:moveTo>
                    <a:pt x="4983480" y="910551"/>
                  </a:moveTo>
                  <a:cubicBezTo>
                    <a:pt x="4983480" y="879118"/>
                    <a:pt x="4977765" y="847686"/>
                    <a:pt x="4973003" y="815301"/>
                  </a:cubicBezTo>
                  <a:lnTo>
                    <a:pt x="4990624" y="812443"/>
                  </a:lnTo>
                  <a:cubicBezTo>
                    <a:pt x="4995386" y="843876"/>
                    <a:pt x="4999197" y="876261"/>
                    <a:pt x="5001578" y="907693"/>
                  </a:cubicBezTo>
                  <a:close/>
                  <a:moveTo>
                    <a:pt x="3095625" y="777677"/>
                  </a:moveTo>
                  <a:lnTo>
                    <a:pt x="3078480" y="774343"/>
                  </a:lnTo>
                  <a:cubicBezTo>
                    <a:pt x="3084666" y="742182"/>
                    <a:pt x="3092615" y="710383"/>
                    <a:pt x="3102293" y="679094"/>
                  </a:cubicBezTo>
                  <a:lnTo>
                    <a:pt x="3119438" y="684808"/>
                  </a:lnTo>
                  <a:cubicBezTo>
                    <a:pt x="3108008" y="716241"/>
                    <a:pt x="3100388" y="747197"/>
                    <a:pt x="3095625" y="777677"/>
                  </a:cubicBezTo>
                  <a:close/>
                  <a:moveTo>
                    <a:pt x="8815388" y="771486"/>
                  </a:moveTo>
                  <a:cubicBezTo>
                    <a:pt x="8808816" y="740577"/>
                    <a:pt x="8800528" y="710049"/>
                    <a:pt x="8790623" y="680046"/>
                  </a:cubicBezTo>
                  <a:lnTo>
                    <a:pt x="8807768" y="674807"/>
                  </a:lnTo>
                  <a:cubicBezTo>
                    <a:pt x="8817768" y="704811"/>
                    <a:pt x="8825865" y="736243"/>
                    <a:pt x="8833009" y="770057"/>
                  </a:cubicBezTo>
                  <a:close/>
                  <a:moveTo>
                    <a:pt x="6958013" y="731005"/>
                  </a:moveTo>
                  <a:lnTo>
                    <a:pt x="6940868" y="726242"/>
                  </a:lnTo>
                  <a:cubicBezTo>
                    <a:pt x="6948964" y="695762"/>
                    <a:pt x="6958489" y="664806"/>
                    <a:pt x="6969443" y="634802"/>
                  </a:cubicBezTo>
                  <a:lnTo>
                    <a:pt x="6986588" y="640993"/>
                  </a:lnTo>
                  <a:cubicBezTo>
                    <a:pt x="6975253" y="670440"/>
                    <a:pt x="6965537" y="700491"/>
                    <a:pt x="6957536" y="731005"/>
                  </a:cubicBezTo>
                  <a:close/>
                  <a:moveTo>
                    <a:pt x="4950143" y="724337"/>
                  </a:moveTo>
                  <a:cubicBezTo>
                    <a:pt x="4942046" y="694333"/>
                    <a:pt x="4932045" y="663854"/>
                    <a:pt x="4921092" y="634802"/>
                  </a:cubicBezTo>
                  <a:lnTo>
                    <a:pt x="4937760" y="628611"/>
                  </a:lnTo>
                  <a:cubicBezTo>
                    <a:pt x="4948714" y="658138"/>
                    <a:pt x="4958715" y="689095"/>
                    <a:pt x="4967288" y="720051"/>
                  </a:cubicBezTo>
                  <a:close/>
                  <a:moveTo>
                    <a:pt x="3150394" y="596702"/>
                  </a:moveTo>
                  <a:lnTo>
                    <a:pt x="3134201" y="589558"/>
                  </a:lnTo>
                  <a:cubicBezTo>
                    <a:pt x="3146584" y="560507"/>
                    <a:pt x="3160872" y="530980"/>
                    <a:pt x="3176111" y="503357"/>
                  </a:cubicBezTo>
                  <a:lnTo>
                    <a:pt x="3191827" y="511930"/>
                  </a:lnTo>
                  <a:cubicBezTo>
                    <a:pt x="3176497" y="539419"/>
                    <a:pt x="3162667" y="567718"/>
                    <a:pt x="3150394" y="596702"/>
                  </a:cubicBezTo>
                  <a:close/>
                  <a:moveTo>
                    <a:pt x="8755380" y="590511"/>
                  </a:moveTo>
                  <a:cubicBezTo>
                    <a:pt x="8742854" y="561722"/>
                    <a:pt x="8728853" y="533585"/>
                    <a:pt x="8713470" y="506215"/>
                  </a:cubicBezTo>
                  <a:lnTo>
                    <a:pt x="8729186" y="497166"/>
                  </a:lnTo>
                  <a:cubicBezTo>
                    <a:pt x="8744902" y="525265"/>
                    <a:pt x="8759190" y="553840"/>
                    <a:pt x="8772049" y="583367"/>
                  </a:cubicBezTo>
                  <a:close/>
                  <a:moveTo>
                    <a:pt x="7023259" y="552887"/>
                  </a:moveTo>
                  <a:lnTo>
                    <a:pt x="7007067" y="544791"/>
                  </a:lnTo>
                  <a:cubicBezTo>
                    <a:pt x="7021354" y="516216"/>
                    <a:pt x="7037070" y="488117"/>
                    <a:pt x="7054692" y="460971"/>
                  </a:cubicBezTo>
                  <a:lnTo>
                    <a:pt x="7069931" y="470019"/>
                  </a:lnTo>
                  <a:cubicBezTo>
                    <a:pt x="7052929" y="497299"/>
                    <a:pt x="7037356" y="525436"/>
                    <a:pt x="7023259" y="554316"/>
                  </a:cubicBezTo>
                  <a:close/>
                  <a:moveTo>
                    <a:pt x="4882515" y="549077"/>
                  </a:moveTo>
                  <a:cubicBezTo>
                    <a:pt x="4868037" y="520979"/>
                    <a:pt x="4852178" y="493637"/>
                    <a:pt x="4834890" y="467162"/>
                  </a:cubicBezTo>
                  <a:lnTo>
                    <a:pt x="4850130" y="457637"/>
                  </a:lnTo>
                  <a:cubicBezTo>
                    <a:pt x="4866799" y="484307"/>
                    <a:pt x="4882991" y="512882"/>
                    <a:pt x="4897755" y="541457"/>
                  </a:cubicBezTo>
                  <a:close/>
                  <a:moveTo>
                    <a:pt x="3241358" y="432872"/>
                  </a:moveTo>
                  <a:lnTo>
                    <a:pt x="3227070" y="422871"/>
                  </a:lnTo>
                  <a:cubicBezTo>
                    <a:pt x="3245168" y="396677"/>
                    <a:pt x="3264694" y="370960"/>
                    <a:pt x="3285173" y="346195"/>
                  </a:cubicBezTo>
                  <a:lnTo>
                    <a:pt x="3298984" y="358101"/>
                  </a:lnTo>
                  <a:cubicBezTo>
                    <a:pt x="3278505" y="381913"/>
                    <a:pt x="3259455" y="406202"/>
                    <a:pt x="3241358" y="432872"/>
                  </a:cubicBezTo>
                  <a:close/>
                  <a:moveTo>
                    <a:pt x="8663464" y="427633"/>
                  </a:moveTo>
                  <a:cubicBezTo>
                    <a:pt x="8645366" y="401916"/>
                    <a:pt x="8625840" y="376675"/>
                    <a:pt x="8605361" y="352862"/>
                  </a:cubicBezTo>
                  <a:lnTo>
                    <a:pt x="8619172" y="341432"/>
                  </a:lnTo>
                  <a:cubicBezTo>
                    <a:pt x="8639651" y="365721"/>
                    <a:pt x="8659654" y="389057"/>
                    <a:pt x="8677752" y="417156"/>
                  </a:cubicBezTo>
                  <a:close/>
                  <a:moveTo>
                    <a:pt x="7122319" y="393820"/>
                  </a:moveTo>
                  <a:lnTo>
                    <a:pt x="7108507" y="383342"/>
                  </a:lnTo>
                  <a:cubicBezTo>
                    <a:pt x="7127796" y="357653"/>
                    <a:pt x="7148465" y="333012"/>
                    <a:pt x="7170420" y="309524"/>
                  </a:cubicBezTo>
                  <a:lnTo>
                    <a:pt x="7183279" y="321906"/>
                  </a:lnTo>
                  <a:cubicBezTo>
                    <a:pt x="7161848" y="344766"/>
                    <a:pt x="7143750" y="369055"/>
                    <a:pt x="7122319" y="393820"/>
                  </a:cubicBezTo>
                  <a:close/>
                  <a:moveTo>
                    <a:pt x="4782027" y="388581"/>
                  </a:moveTo>
                  <a:cubicBezTo>
                    <a:pt x="4762977" y="363816"/>
                    <a:pt x="4742021" y="340956"/>
                    <a:pt x="4720590" y="317143"/>
                  </a:cubicBezTo>
                  <a:lnTo>
                    <a:pt x="4733449" y="304761"/>
                  </a:lnTo>
                  <a:cubicBezTo>
                    <a:pt x="4755356" y="328097"/>
                    <a:pt x="4776788" y="352386"/>
                    <a:pt x="4796314" y="377627"/>
                  </a:cubicBezTo>
                  <a:close/>
                  <a:moveTo>
                    <a:pt x="3363278" y="289045"/>
                  </a:moveTo>
                  <a:lnTo>
                    <a:pt x="3350895" y="276186"/>
                  </a:lnTo>
                  <a:cubicBezTo>
                    <a:pt x="3373755" y="253802"/>
                    <a:pt x="3398520" y="232371"/>
                    <a:pt x="3422809" y="212369"/>
                  </a:cubicBezTo>
                  <a:lnTo>
                    <a:pt x="3434239" y="226656"/>
                  </a:lnTo>
                  <a:cubicBezTo>
                    <a:pt x="3409493" y="246177"/>
                    <a:pt x="3385804" y="267004"/>
                    <a:pt x="3363278" y="289045"/>
                  </a:cubicBezTo>
                  <a:close/>
                  <a:moveTo>
                    <a:pt x="8540591" y="284282"/>
                  </a:moveTo>
                  <a:cubicBezTo>
                    <a:pt x="8518208" y="262851"/>
                    <a:pt x="8492966" y="241896"/>
                    <a:pt x="8469154" y="222370"/>
                  </a:cubicBezTo>
                  <a:lnTo>
                    <a:pt x="8480107" y="208558"/>
                  </a:lnTo>
                  <a:cubicBezTo>
                    <a:pt x="8505492" y="228228"/>
                    <a:pt x="8529780" y="249211"/>
                    <a:pt x="8552974" y="271423"/>
                  </a:cubicBezTo>
                  <a:close/>
                  <a:moveTo>
                    <a:pt x="7251382" y="256183"/>
                  </a:moveTo>
                  <a:lnTo>
                    <a:pt x="7239476" y="242848"/>
                  </a:lnTo>
                  <a:cubicBezTo>
                    <a:pt x="7263289" y="221893"/>
                    <a:pt x="7287101" y="201415"/>
                    <a:pt x="7314724" y="182841"/>
                  </a:cubicBezTo>
                  <a:lnTo>
                    <a:pt x="7325201" y="197605"/>
                  </a:lnTo>
                  <a:cubicBezTo>
                    <a:pt x="7299579" y="215807"/>
                    <a:pt x="7274909" y="235362"/>
                    <a:pt x="7251382" y="256183"/>
                  </a:cubicBezTo>
                  <a:close/>
                  <a:moveTo>
                    <a:pt x="4652487" y="251897"/>
                  </a:moveTo>
                  <a:cubicBezTo>
                    <a:pt x="4628674" y="231419"/>
                    <a:pt x="4604862" y="211892"/>
                    <a:pt x="4578191" y="193795"/>
                  </a:cubicBezTo>
                  <a:lnTo>
                    <a:pt x="4588193" y="179031"/>
                  </a:lnTo>
                  <a:cubicBezTo>
                    <a:pt x="4614448" y="197547"/>
                    <a:pt x="4639723" y="217417"/>
                    <a:pt x="4663917" y="238562"/>
                  </a:cubicBezTo>
                  <a:close/>
                  <a:moveTo>
                    <a:pt x="3509486" y="171411"/>
                  </a:moveTo>
                  <a:lnTo>
                    <a:pt x="3499485" y="156647"/>
                  </a:lnTo>
                  <a:cubicBezTo>
                    <a:pt x="3526632" y="139026"/>
                    <a:pt x="3554254" y="122834"/>
                    <a:pt x="3582829" y="109022"/>
                  </a:cubicBezTo>
                  <a:lnTo>
                    <a:pt x="3590925" y="125215"/>
                  </a:lnTo>
                  <a:cubicBezTo>
                    <a:pt x="3563503" y="139274"/>
                    <a:pt x="3536799" y="154690"/>
                    <a:pt x="3510915" y="171411"/>
                  </a:cubicBezTo>
                  <a:close/>
                  <a:moveTo>
                    <a:pt x="8392478" y="168077"/>
                  </a:moveTo>
                  <a:cubicBezTo>
                    <a:pt x="8365855" y="150823"/>
                    <a:pt x="8338328" y="134930"/>
                    <a:pt x="8310087" y="120452"/>
                  </a:cubicBezTo>
                  <a:lnTo>
                    <a:pt x="8318183" y="104736"/>
                  </a:lnTo>
                  <a:cubicBezTo>
                    <a:pt x="8346757" y="119024"/>
                    <a:pt x="8374857" y="135216"/>
                    <a:pt x="8402002" y="152361"/>
                  </a:cubicBezTo>
                  <a:close/>
                  <a:moveTo>
                    <a:pt x="7404259" y="146170"/>
                  </a:moveTo>
                  <a:lnTo>
                    <a:pt x="7395686" y="130930"/>
                  </a:lnTo>
                  <a:cubicBezTo>
                    <a:pt x="7423262" y="114728"/>
                    <a:pt x="7451694" y="100097"/>
                    <a:pt x="7480935" y="87115"/>
                  </a:cubicBezTo>
                  <a:lnTo>
                    <a:pt x="7488556" y="103307"/>
                  </a:lnTo>
                  <a:cubicBezTo>
                    <a:pt x="7459742" y="116161"/>
                    <a:pt x="7431596" y="130468"/>
                    <a:pt x="7404259" y="146170"/>
                  </a:cubicBezTo>
                  <a:close/>
                  <a:moveTo>
                    <a:pt x="4499134" y="142836"/>
                  </a:moveTo>
                  <a:cubicBezTo>
                    <a:pt x="4471988" y="127596"/>
                    <a:pt x="4443889" y="113308"/>
                    <a:pt x="4415314" y="100450"/>
                  </a:cubicBezTo>
                  <a:lnTo>
                    <a:pt x="4422458" y="84257"/>
                  </a:lnTo>
                  <a:cubicBezTo>
                    <a:pt x="4451509" y="97116"/>
                    <a:pt x="4480560" y="111880"/>
                    <a:pt x="4508183" y="127596"/>
                  </a:cubicBezTo>
                  <a:close/>
                  <a:moveTo>
                    <a:pt x="3678555" y="85210"/>
                  </a:moveTo>
                  <a:lnTo>
                    <a:pt x="3671888" y="68541"/>
                  </a:lnTo>
                  <a:cubicBezTo>
                    <a:pt x="3701415" y="57111"/>
                    <a:pt x="3732372" y="46633"/>
                    <a:pt x="3762851" y="38061"/>
                  </a:cubicBezTo>
                  <a:lnTo>
                    <a:pt x="3768090" y="55206"/>
                  </a:lnTo>
                  <a:cubicBezTo>
                    <a:pt x="3737763" y="63702"/>
                    <a:pt x="3707878" y="73713"/>
                    <a:pt x="3678555" y="85210"/>
                  </a:cubicBezTo>
                  <a:close/>
                  <a:moveTo>
                    <a:pt x="8223885" y="82828"/>
                  </a:moveTo>
                  <a:cubicBezTo>
                    <a:pt x="8194596" y="71351"/>
                    <a:pt x="8164735" y="61493"/>
                    <a:pt x="8134350" y="53301"/>
                  </a:cubicBezTo>
                  <a:lnTo>
                    <a:pt x="8139112" y="36156"/>
                  </a:lnTo>
                  <a:cubicBezTo>
                    <a:pt x="8170879" y="44729"/>
                    <a:pt x="8201359" y="54730"/>
                    <a:pt x="8230553" y="66160"/>
                  </a:cubicBezTo>
                  <a:close/>
                  <a:moveTo>
                    <a:pt x="7576185" y="68541"/>
                  </a:moveTo>
                  <a:lnTo>
                    <a:pt x="7570471" y="51872"/>
                  </a:lnTo>
                  <a:cubicBezTo>
                    <a:pt x="7600951" y="41480"/>
                    <a:pt x="7631954" y="32737"/>
                    <a:pt x="7663339" y="25679"/>
                  </a:cubicBezTo>
                  <a:lnTo>
                    <a:pt x="7667149" y="43300"/>
                  </a:lnTo>
                  <a:cubicBezTo>
                    <a:pt x="7636383" y="50100"/>
                    <a:pt x="7606046" y="58525"/>
                    <a:pt x="7576185" y="68541"/>
                  </a:cubicBezTo>
                  <a:close/>
                  <a:moveTo>
                    <a:pt x="4326255" y="68541"/>
                  </a:moveTo>
                  <a:cubicBezTo>
                    <a:pt x="4296251" y="58621"/>
                    <a:pt x="4265724" y="50353"/>
                    <a:pt x="4234815" y="43776"/>
                  </a:cubicBezTo>
                  <a:lnTo>
                    <a:pt x="4238625" y="25202"/>
                  </a:lnTo>
                  <a:cubicBezTo>
                    <a:pt x="4269858" y="31937"/>
                    <a:pt x="4300700" y="40361"/>
                    <a:pt x="4331018" y="50443"/>
                  </a:cubicBezTo>
                  <a:close/>
                  <a:moveTo>
                    <a:pt x="3860007" y="35680"/>
                  </a:moveTo>
                  <a:lnTo>
                    <a:pt x="3857625" y="16153"/>
                  </a:lnTo>
                  <a:cubicBezTo>
                    <a:pt x="3889058" y="10915"/>
                    <a:pt x="3920966" y="6629"/>
                    <a:pt x="3952875" y="4247"/>
                  </a:cubicBezTo>
                  <a:lnTo>
                    <a:pt x="3952875" y="21869"/>
                  </a:lnTo>
                  <a:cubicBezTo>
                    <a:pt x="3921919" y="25202"/>
                    <a:pt x="3890486" y="28536"/>
                    <a:pt x="3860007" y="33775"/>
                  </a:cubicBezTo>
                  <a:close/>
                  <a:moveTo>
                    <a:pt x="8042434" y="35680"/>
                  </a:moveTo>
                  <a:cubicBezTo>
                    <a:pt x="8011478" y="30441"/>
                    <a:pt x="7980045" y="26631"/>
                    <a:pt x="7947184" y="24250"/>
                  </a:cubicBezTo>
                  <a:lnTo>
                    <a:pt x="7947184" y="6629"/>
                  </a:lnTo>
                  <a:cubicBezTo>
                    <a:pt x="7978950" y="9167"/>
                    <a:pt x="8010668" y="12977"/>
                    <a:pt x="8042434" y="18058"/>
                  </a:cubicBezTo>
                  <a:close/>
                  <a:moveTo>
                    <a:pt x="7760018" y="25202"/>
                  </a:moveTo>
                  <a:lnTo>
                    <a:pt x="7757636" y="7581"/>
                  </a:lnTo>
                  <a:cubicBezTo>
                    <a:pt x="7789212" y="3399"/>
                    <a:pt x="7821025" y="856"/>
                    <a:pt x="7852886" y="-39"/>
                  </a:cubicBezTo>
                  <a:lnTo>
                    <a:pt x="7852886" y="18058"/>
                  </a:lnTo>
                  <a:cubicBezTo>
                    <a:pt x="7822882" y="20440"/>
                    <a:pt x="7790974" y="25202"/>
                    <a:pt x="7760018" y="25202"/>
                  </a:cubicBezTo>
                  <a:close/>
                  <a:moveTo>
                    <a:pt x="4143375" y="25202"/>
                  </a:moveTo>
                  <a:cubicBezTo>
                    <a:pt x="4112419" y="21869"/>
                    <a:pt x="4080510" y="19487"/>
                    <a:pt x="4048125" y="19011"/>
                  </a:cubicBezTo>
                  <a:lnTo>
                    <a:pt x="4048125" y="1390"/>
                  </a:lnTo>
                  <a:cubicBezTo>
                    <a:pt x="4080034" y="1390"/>
                    <a:pt x="4112419" y="4247"/>
                    <a:pt x="4143375" y="8057"/>
                  </a:cubicBezTo>
                  <a:close/>
                </a:path>
              </a:pathLst>
            </a:custGeom>
            <a:solidFill>
              <a:srgbClr val="FFFFFF"/>
            </a:solidFill>
            <a:ln w="476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Dubai" panose="020B0503030403030204" pitchFamily="34" charset="-78"/>
                <a:cs typeface="Dubai" panose="020B0503030403030204" pitchFamily="34" charset="-78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0B810CC-6319-CEA1-BD9B-070CF79142C4}"/>
                </a:ext>
              </a:extLst>
            </p:cNvPr>
            <p:cNvSpPr/>
            <p:nvPr/>
          </p:nvSpPr>
          <p:spPr>
            <a:xfrm>
              <a:off x="12144375" y="4781683"/>
              <a:ext cx="47625" cy="18097"/>
            </a:xfrm>
            <a:custGeom>
              <a:avLst/>
              <a:gdLst>
                <a:gd name="connsiteX0" fmla="*/ 0 w 47625"/>
                <a:gd name="connsiteY0" fmla="*/ 0 h 18097"/>
                <a:gd name="connsiteX1" fmla="*/ 47625 w 47625"/>
                <a:gd name="connsiteY1" fmla="*/ 0 h 18097"/>
                <a:gd name="connsiteX2" fmla="*/ 47625 w 47625"/>
                <a:gd name="connsiteY2" fmla="*/ 18097 h 18097"/>
                <a:gd name="connsiteX3" fmla="*/ 0 w 47625"/>
                <a:gd name="connsiteY3" fmla="*/ 18097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5" h="18097">
                  <a:moveTo>
                    <a:pt x="0" y="0"/>
                  </a:moveTo>
                  <a:lnTo>
                    <a:pt x="47625" y="0"/>
                  </a:lnTo>
                  <a:lnTo>
                    <a:pt x="47625" y="18097"/>
                  </a:lnTo>
                  <a:lnTo>
                    <a:pt x="0" y="18097"/>
                  </a:lnTo>
                  <a:close/>
                </a:path>
              </a:pathLst>
            </a:custGeom>
            <a:solidFill>
              <a:srgbClr val="FFFFFF"/>
            </a:solidFill>
            <a:ln w="476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Dubai" panose="020B0503030403030204" pitchFamily="34" charset="-78"/>
                <a:cs typeface="Dubai" panose="020B0503030403030204" pitchFamily="34" charset="-78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7E61C56F-E368-60CF-8373-D5DA8DB6D8F5}"/>
                </a:ext>
              </a:extLst>
            </p:cNvPr>
            <p:cNvSpPr/>
            <p:nvPr/>
          </p:nvSpPr>
          <p:spPr>
            <a:xfrm>
              <a:off x="7279957" y="3088615"/>
              <a:ext cx="1487805" cy="1487804"/>
            </a:xfrm>
            <a:custGeom>
              <a:avLst/>
              <a:gdLst>
                <a:gd name="connsiteX0" fmla="*/ 1487805 w 1487805"/>
                <a:gd name="connsiteY0" fmla="*/ 743902 h 1487804"/>
                <a:gd name="connsiteX1" fmla="*/ 743903 w 1487805"/>
                <a:gd name="connsiteY1" fmla="*/ 1487805 h 1487804"/>
                <a:gd name="connsiteX2" fmla="*/ 1 w 1487805"/>
                <a:gd name="connsiteY2" fmla="*/ 743902 h 1487804"/>
                <a:gd name="connsiteX3" fmla="*/ 743903 w 1487805"/>
                <a:gd name="connsiteY3" fmla="*/ 0 h 1487804"/>
                <a:gd name="connsiteX4" fmla="*/ 1487805 w 1487805"/>
                <a:gd name="connsiteY4" fmla="*/ 743902 h 1487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7805" h="1487804">
                  <a:moveTo>
                    <a:pt x="1487805" y="743902"/>
                  </a:moveTo>
                  <a:cubicBezTo>
                    <a:pt x="1487805" y="1154748"/>
                    <a:pt x="1154749" y="1487805"/>
                    <a:pt x="743903" y="1487805"/>
                  </a:cubicBezTo>
                  <a:cubicBezTo>
                    <a:pt x="333057" y="1487805"/>
                    <a:pt x="1" y="1154748"/>
                    <a:pt x="1" y="743902"/>
                  </a:cubicBezTo>
                  <a:cubicBezTo>
                    <a:pt x="1" y="333057"/>
                    <a:pt x="333057" y="0"/>
                    <a:pt x="743903" y="0"/>
                  </a:cubicBezTo>
                  <a:cubicBezTo>
                    <a:pt x="1154749" y="0"/>
                    <a:pt x="1487805" y="333057"/>
                    <a:pt x="1487805" y="743902"/>
                  </a:cubicBezTo>
                  <a:close/>
                </a:path>
              </a:pathLst>
            </a:custGeom>
            <a:solidFill>
              <a:srgbClr val="FFFFFF"/>
            </a:solidFill>
            <a:ln w="476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Dubai" panose="020B0503030403030204" pitchFamily="34" charset="-78"/>
                <a:cs typeface="Dubai" panose="020B0503030403030204" pitchFamily="34" charset="-78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17904A74-062C-208F-C12E-3EF374047C29}"/>
                </a:ext>
              </a:extLst>
            </p:cNvPr>
            <p:cNvSpPr/>
            <p:nvPr/>
          </p:nvSpPr>
          <p:spPr>
            <a:xfrm>
              <a:off x="7291863" y="3100521"/>
              <a:ext cx="1463992" cy="1463991"/>
            </a:xfrm>
            <a:custGeom>
              <a:avLst/>
              <a:gdLst>
                <a:gd name="connsiteX0" fmla="*/ 1463993 w 1463992"/>
                <a:gd name="connsiteY0" fmla="*/ 731996 h 1463991"/>
                <a:gd name="connsiteX1" fmla="*/ 731997 w 1463992"/>
                <a:gd name="connsiteY1" fmla="*/ 1463992 h 1463991"/>
                <a:gd name="connsiteX2" fmla="*/ 1 w 1463992"/>
                <a:gd name="connsiteY2" fmla="*/ 731996 h 1463991"/>
                <a:gd name="connsiteX3" fmla="*/ 731997 w 1463992"/>
                <a:gd name="connsiteY3" fmla="*/ 0 h 1463991"/>
                <a:gd name="connsiteX4" fmla="*/ 1463993 w 1463992"/>
                <a:gd name="connsiteY4" fmla="*/ 731996 h 1463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3992" h="1463991">
                  <a:moveTo>
                    <a:pt x="1463993" y="731996"/>
                  </a:moveTo>
                  <a:cubicBezTo>
                    <a:pt x="1463993" y="1136266"/>
                    <a:pt x="1136267" y="1463992"/>
                    <a:pt x="731997" y="1463992"/>
                  </a:cubicBezTo>
                  <a:cubicBezTo>
                    <a:pt x="327726" y="1463992"/>
                    <a:pt x="1" y="1136266"/>
                    <a:pt x="1" y="731996"/>
                  </a:cubicBezTo>
                  <a:cubicBezTo>
                    <a:pt x="1" y="327726"/>
                    <a:pt x="327726" y="0"/>
                    <a:pt x="731997" y="0"/>
                  </a:cubicBezTo>
                  <a:cubicBezTo>
                    <a:pt x="1136267" y="0"/>
                    <a:pt x="1463993" y="327726"/>
                    <a:pt x="1463993" y="731996"/>
                  </a:cubicBezTo>
                  <a:close/>
                </a:path>
              </a:pathLst>
            </a:custGeom>
            <a:gradFill>
              <a:gsLst>
                <a:gs pos="0">
                  <a:srgbClr val="F0F0F0"/>
                </a:gs>
                <a:gs pos="81000">
                  <a:srgbClr val="F5F5F5"/>
                </a:gs>
                <a:gs pos="100000">
                  <a:srgbClr val="F7F7F7"/>
                </a:gs>
              </a:gsLst>
              <a:lin ang="18899528" scaled="1"/>
            </a:gradFill>
            <a:ln w="476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Dubai" panose="020B0503030403030204" pitchFamily="34" charset="-78"/>
                <a:cs typeface="Dubai" panose="020B0503030403030204" pitchFamily="34" charset="-78"/>
              </a:endParaRPr>
            </a:p>
          </p:txBody>
        </p: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2AF39EBB-99BB-2A65-59F4-CA9B6CFAC828}"/>
                </a:ext>
              </a:extLst>
            </p:cNvPr>
            <p:cNvGrpSpPr/>
            <p:nvPr/>
          </p:nvGrpSpPr>
          <p:grpSpPr>
            <a:xfrm>
              <a:off x="7305251" y="3119079"/>
              <a:ext cx="1428751" cy="3428062"/>
              <a:chOff x="7309960" y="3119079"/>
              <a:chExt cx="1428751" cy="3428062"/>
            </a:xfrm>
          </p:grpSpPr>
          <p:grpSp>
            <p:nvGrpSpPr>
              <p:cNvPr id="169" name="Group 168">
                <a:extLst>
                  <a:ext uri="{FF2B5EF4-FFF2-40B4-BE49-F238E27FC236}">
                    <a16:creationId xmlns:a16="http://schemas.microsoft.com/office/drawing/2014/main" id="{79F8ACD8-745C-637D-FE83-EE66DF9E96C4}"/>
                  </a:ext>
                </a:extLst>
              </p:cNvPr>
              <p:cNvGrpSpPr/>
              <p:nvPr/>
            </p:nvGrpSpPr>
            <p:grpSpPr>
              <a:xfrm>
                <a:off x="7595711" y="5582259"/>
                <a:ext cx="857726" cy="857249"/>
                <a:chOff x="7595711" y="5518759"/>
                <a:chExt cx="857726" cy="857249"/>
              </a:xfrm>
              <a:solidFill>
                <a:schemeClr val="accent4"/>
              </a:solidFill>
            </p:grpSpPr>
            <p:sp>
              <p:nvSpPr>
                <p:cNvPr id="176" name="Freeform: Shape 175">
                  <a:extLst>
                    <a:ext uri="{FF2B5EF4-FFF2-40B4-BE49-F238E27FC236}">
                      <a16:creationId xmlns:a16="http://schemas.microsoft.com/office/drawing/2014/main" id="{BB1DD147-3150-E620-3995-D041F8DCD8EE}"/>
                    </a:ext>
                  </a:extLst>
                </p:cNvPr>
                <p:cNvSpPr/>
                <p:nvPr/>
              </p:nvSpPr>
              <p:spPr>
                <a:xfrm>
                  <a:off x="7595711" y="5518759"/>
                  <a:ext cx="428625" cy="428624"/>
                </a:xfrm>
                <a:custGeom>
                  <a:avLst/>
                  <a:gdLst>
                    <a:gd name="connsiteX0" fmla="*/ 142875 w 428625"/>
                    <a:gd name="connsiteY0" fmla="*/ 428586 h 428624"/>
                    <a:gd name="connsiteX1" fmla="*/ 0 w 428625"/>
                    <a:gd name="connsiteY1" fmla="*/ 428586 h 428624"/>
                    <a:gd name="connsiteX2" fmla="*/ 428625 w 428625"/>
                    <a:gd name="connsiteY2" fmla="*/ -39 h 428624"/>
                    <a:gd name="connsiteX3" fmla="*/ 428625 w 428625"/>
                    <a:gd name="connsiteY3" fmla="*/ 142836 h 428624"/>
                    <a:gd name="connsiteX4" fmla="*/ 142875 w 428625"/>
                    <a:gd name="connsiteY4" fmla="*/ 428586 h 4286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28625" h="428624">
                      <a:moveTo>
                        <a:pt x="142875" y="428586"/>
                      </a:moveTo>
                      <a:lnTo>
                        <a:pt x="0" y="428586"/>
                      </a:lnTo>
                      <a:cubicBezTo>
                        <a:pt x="0" y="191843"/>
                        <a:pt x="191881" y="-39"/>
                        <a:pt x="428625" y="-39"/>
                      </a:cubicBezTo>
                      <a:lnTo>
                        <a:pt x="428625" y="142836"/>
                      </a:lnTo>
                      <a:cubicBezTo>
                        <a:pt x="270795" y="142836"/>
                        <a:pt x="142875" y="270757"/>
                        <a:pt x="142875" y="428586"/>
                      </a:cubicBezTo>
                      <a:close/>
                    </a:path>
                  </a:pathLst>
                </a:custGeom>
                <a:grpFill/>
                <a:ln w="476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>
                    <a:latin typeface="Dubai" panose="020B0503030403030204" pitchFamily="34" charset="-78"/>
                    <a:cs typeface="Dubai" panose="020B0503030403030204" pitchFamily="34" charset="-78"/>
                  </a:endParaRPr>
                </a:p>
              </p:txBody>
            </p:sp>
            <p:sp>
              <p:nvSpPr>
                <p:cNvPr id="177" name="Freeform: Shape 176">
                  <a:extLst>
                    <a:ext uri="{FF2B5EF4-FFF2-40B4-BE49-F238E27FC236}">
                      <a16:creationId xmlns:a16="http://schemas.microsoft.com/office/drawing/2014/main" id="{D75F0C71-D576-AF2A-8F6D-251F48C1A3C0}"/>
                    </a:ext>
                  </a:extLst>
                </p:cNvPr>
                <p:cNvSpPr/>
                <p:nvPr/>
              </p:nvSpPr>
              <p:spPr>
                <a:xfrm>
                  <a:off x="8024336" y="5947383"/>
                  <a:ext cx="428625" cy="428624"/>
                </a:xfrm>
                <a:custGeom>
                  <a:avLst/>
                  <a:gdLst>
                    <a:gd name="connsiteX0" fmla="*/ 0 w 428625"/>
                    <a:gd name="connsiteY0" fmla="*/ 428586 h 428624"/>
                    <a:gd name="connsiteX1" fmla="*/ 0 w 428625"/>
                    <a:gd name="connsiteY1" fmla="*/ 285711 h 428624"/>
                    <a:gd name="connsiteX2" fmla="*/ 285750 w 428625"/>
                    <a:gd name="connsiteY2" fmla="*/ -39 h 428624"/>
                    <a:gd name="connsiteX3" fmla="*/ 428625 w 428625"/>
                    <a:gd name="connsiteY3" fmla="*/ -39 h 428624"/>
                    <a:gd name="connsiteX4" fmla="*/ 0 w 428625"/>
                    <a:gd name="connsiteY4" fmla="*/ 428586 h 4286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28625" h="428624">
                      <a:moveTo>
                        <a:pt x="0" y="428586"/>
                      </a:moveTo>
                      <a:lnTo>
                        <a:pt x="0" y="285711"/>
                      </a:lnTo>
                      <a:cubicBezTo>
                        <a:pt x="157829" y="285711"/>
                        <a:pt x="285750" y="157790"/>
                        <a:pt x="285750" y="-39"/>
                      </a:cubicBezTo>
                      <a:lnTo>
                        <a:pt x="428625" y="-39"/>
                      </a:lnTo>
                      <a:cubicBezTo>
                        <a:pt x="428625" y="236705"/>
                        <a:pt x="236744" y="428586"/>
                        <a:pt x="0" y="428586"/>
                      </a:cubicBezTo>
                      <a:close/>
                    </a:path>
                  </a:pathLst>
                </a:custGeom>
                <a:grpFill/>
                <a:ln w="476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>
                    <a:latin typeface="Dubai" panose="020B0503030403030204" pitchFamily="34" charset="-78"/>
                    <a:cs typeface="Dubai" panose="020B0503030403030204" pitchFamily="34" charset="-78"/>
                  </a:endParaRPr>
                </a:p>
              </p:txBody>
            </p:sp>
            <p:sp>
              <p:nvSpPr>
                <p:cNvPr id="178" name="Freeform: Shape 177">
                  <a:extLst>
                    <a:ext uri="{FF2B5EF4-FFF2-40B4-BE49-F238E27FC236}">
                      <a16:creationId xmlns:a16="http://schemas.microsoft.com/office/drawing/2014/main" id="{D37E450D-F7F2-FD19-FDCF-E7CFD5743E93}"/>
                    </a:ext>
                  </a:extLst>
                </p:cNvPr>
                <p:cNvSpPr/>
                <p:nvPr/>
              </p:nvSpPr>
              <p:spPr>
                <a:xfrm>
                  <a:off x="7595711" y="5875946"/>
                  <a:ext cx="500062" cy="500062"/>
                </a:xfrm>
                <a:custGeom>
                  <a:avLst/>
                  <a:gdLst>
                    <a:gd name="connsiteX0" fmla="*/ 428625 w 500062"/>
                    <a:gd name="connsiteY0" fmla="*/ 500023 h 500062"/>
                    <a:gd name="connsiteX1" fmla="*/ 0 w 500062"/>
                    <a:gd name="connsiteY1" fmla="*/ 71399 h 500062"/>
                    <a:gd name="connsiteX2" fmla="*/ 71438 w 500062"/>
                    <a:gd name="connsiteY2" fmla="*/ -39 h 500062"/>
                    <a:gd name="connsiteX3" fmla="*/ 142875 w 500062"/>
                    <a:gd name="connsiteY3" fmla="*/ 71399 h 500062"/>
                    <a:gd name="connsiteX4" fmla="*/ 428625 w 500062"/>
                    <a:gd name="connsiteY4" fmla="*/ 357149 h 500062"/>
                    <a:gd name="connsiteX5" fmla="*/ 500063 w 500062"/>
                    <a:gd name="connsiteY5" fmla="*/ 428586 h 500062"/>
                    <a:gd name="connsiteX6" fmla="*/ 428625 w 500062"/>
                    <a:gd name="connsiteY6" fmla="*/ 500023 h 5000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00062" h="500062">
                      <a:moveTo>
                        <a:pt x="428625" y="500023"/>
                      </a:moveTo>
                      <a:cubicBezTo>
                        <a:pt x="191881" y="500023"/>
                        <a:pt x="0" y="308142"/>
                        <a:pt x="0" y="71399"/>
                      </a:cubicBezTo>
                      <a:cubicBezTo>
                        <a:pt x="0" y="31965"/>
                        <a:pt x="32004" y="-39"/>
                        <a:pt x="71438" y="-39"/>
                      </a:cubicBezTo>
                      <a:cubicBezTo>
                        <a:pt x="110870" y="-39"/>
                        <a:pt x="142875" y="31965"/>
                        <a:pt x="142875" y="71399"/>
                      </a:cubicBezTo>
                      <a:cubicBezTo>
                        <a:pt x="142875" y="229228"/>
                        <a:pt x="270795" y="357149"/>
                        <a:pt x="428625" y="357149"/>
                      </a:cubicBezTo>
                      <a:cubicBezTo>
                        <a:pt x="468058" y="357149"/>
                        <a:pt x="500063" y="389152"/>
                        <a:pt x="500063" y="428586"/>
                      </a:cubicBezTo>
                      <a:cubicBezTo>
                        <a:pt x="500063" y="468020"/>
                        <a:pt x="468058" y="500023"/>
                        <a:pt x="428625" y="500023"/>
                      </a:cubicBezTo>
                      <a:close/>
                    </a:path>
                  </a:pathLst>
                </a:custGeom>
                <a:grpFill/>
                <a:ln w="476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>
                    <a:latin typeface="Dubai" panose="020B0503030403030204" pitchFamily="34" charset="-78"/>
                    <a:cs typeface="Dubai" panose="020B0503030403030204" pitchFamily="34" charset="-78"/>
                  </a:endParaRPr>
                </a:p>
              </p:txBody>
            </p:sp>
            <p:sp>
              <p:nvSpPr>
                <p:cNvPr id="179" name="Freeform: Shape 178">
                  <a:extLst>
                    <a:ext uri="{FF2B5EF4-FFF2-40B4-BE49-F238E27FC236}">
                      <a16:creationId xmlns:a16="http://schemas.microsoft.com/office/drawing/2014/main" id="{852A9528-4F63-43D8-5014-C04FE588FC2F}"/>
                    </a:ext>
                  </a:extLst>
                </p:cNvPr>
                <p:cNvSpPr/>
                <p:nvPr/>
              </p:nvSpPr>
              <p:spPr>
                <a:xfrm>
                  <a:off x="7953375" y="5518759"/>
                  <a:ext cx="500062" cy="500062"/>
                </a:xfrm>
                <a:custGeom>
                  <a:avLst/>
                  <a:gdLst>
                    <a:gd name="connsiteX0" fmla="*/ 428625 w 500062"/>
                    <a:gd name="connsiteY0" fmla="*/ 500023 h 500062"/>
                    <a:gd name="connsiteX1" fmla="*/ 357188 w 500062"/>
                    <a:gd name="connsiteY1" fmla="*/ 428586 h 500062"/>
                    <a:gd name="connsiteX2" fmla="*/ 71438 w 500062"/>
                    <a:gd name="connsiteY2" fmla="*/ 142836 h 500062"/>
                    <a:gd name="connsiteX3" fmla="*/ 0 w 500062"/>
                    <a:gd name="connsiteY3" fmla="*/ 71399 h 500062"/>
                    <a:gd name="connsiteX4" fmla="*/ 71438 w 500062"/>
                    <a:gd name="connsiteY4" fmla="*/ -39 h 500062"/>
                    <a:gd name="connsiteX5" fmla="*/ 500063 w 500062"/>
                    <a:gd name="connsiteY5" fmla="*/ 428586 h 500062"/>
                    <a:gd name="connsiteX6" fmla="*/ 428625 w 500062"/>
                    <a:gd name="connsiteY6" fmla="*/ 500023 h 5000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00062" h="500062">
                      <a:moveTo>
                        <a:pt x="428625" y="500023"/>
                      </a:moveTo>
                      <a:cubicBezTo>
                        <a:pt x="389191" y="500023"/>
                        <a:pt x="357188" y="468020"/>
                        <a:pt x="357188" y="428586"/>
                      </a:cubicBezTo>
                      <a:cubicBezTo>
                        <a:pt x="357188" y="270757"/>
                        <a:pt x="229267" y="142836"/>
                        <a:pt x="71438" y="142836"/>
                      </a:cubicBezTo>
                      <a:cubicBezTo>
                        <a:pt x="32004" y="142836"/>
                        <a:pt x="0" y="110832"/>
                        <a:pt x="0" y="71399"/>
                      </a:cubicBezTo>
                      <a:cubicBezTo>
                        <a:pt x="0" y="31965"/>
                        <a:pt x="32004" y="-39"/>
                        <a:pt x="71438" y="-39"/>
                      </a:cubicBezTo>
                      <a:cubicBezTo>
                        <a:pt x="308181" y="-39"/>
                        <a:pt x="500063" y="191843"/>
                        <a:pt x="500063" y="428586"/>
                      </a:cubicBezTo>
                      <a:cubicBezTo>
                        <a:pt x="500063" y="468020"/>
                        <a:pt x="468059" y="500023"/>
                        <a:pt x="428625" y="500023"/>
                      </a:cubicBezTo>
                      <a:close/>
                    </a:path>
                  </a:pathLst>
                </a:custGeom>
                <a:grpFill/>
                <a:ln w="476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>
                    <a:latin typeface="Dubai" panose="020B0503030403030204" pitchFamily="34" charset="-78"/>
                    <a:cs typeface="Dubai" panose="020B0503030403030204" pitchFamily="34" charset="-78"/>
                  </a:endParaRPr>
                </a:p>
              </p:txBody>
            </p:sp>
          </p:grp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21C38BBB-62A0-69D6-500A-68196A3BDD28}"/>
                  </a:ext>
                </a:extLst>
              </p:cNvPr>
              <p:cNvSpPr/>
              <p:nvPr/>
            </p:nvSpPr>
            <p:spPr>
              <a:xfrm>
                <a:off x="7488555" y="5475579"/>
                <a:ext cx="1071562" cy="1071562"/>
              </a:xfrm>
              <a:custGeom>
                <a:avLst/>
                <a:gdLst>
                  <a:gd name="connsiteX0" fmla="*/ 1071563 w 1071562"/>
                  <a:gd name="connsiteY0" fmla="*/ 535781 h 1071562"/>
                  <a:gd name="connsiteX1" fmla="*/ 535782 w 1071562"/>
                  <a:gd name="connsiteY1" fmla="*/ 1071562 h 1071562"/>
                  <a:gd name="connsiteX2" fmla="*/ 0 w 1071562"/>
                  <a:gd name="connsiteY2" fmla="*/ 535781 h 1071562"/>
                  <a:gd name="connsiteX3" fmla="*/ 535782 w 1071562"/>
                  <a:gd name="connsiteY3" fmla="*/ 0 h 1071562"/>
                  <a:gd name="connsiteX4" fmla="*/ 1071563 w 1071562"/>
                  <a:gd name="connsiteY4" fmla="*/ 535781 h 10715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562" h="1071562">
                    <a:moveTo>
                      <a:pt x="1071563" y="535781"/>
                    </a:moveTo>
                    <a:cubicBezTo>
                      <a:pt x="1071563" y="831685"/>
                      <a:pt x="831686" y="1071562"/>
                      <a:pt x="535782" y="1071562"/>
                    </a:cubicBezTo>
                    <a:cubicBezTo>
                      <a:pt x="239877" y="1071562"/>
                      <a:pt x="0" y="831685"/>
                      <a:pt x="0" y="535781"/>
                    </a:cubicBezTo>
                    <a:cubicBezTo>
                      <a:pt x="0" y="239877"/>
                      <a:pt x="239877" y="0"/>
                      <a:pt x="535782" y="0"/>
                    </a:cubicBezTo>
                    <a:cubicBezTo>
                      <a:pt x="831686" y="0"/>
                      <a:pt x="1071563" y="239877"/>
                      <a:pt x="1071563" y="535781"/>
                    </a:cubicBezTo>
                    <a:close/>
                  </a:path>
                </a:pathLst>
              </a:custGeom>
              <a:noFill/>
              <a:ln w="11906" cap="rnd">
                <a:solidFill>
                  <a:schemeClr val="bg1">
                    <a:lumMod val="8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Dubai" panose="020B0503030403030204" pitchFamily="34" charset="-78"/>
                  <a:cs typeface="Dubai" panose="020B0503030403030204" pitchFamily="34" charset="-78"/>
                </a:endParaRPr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50362EBD-7BA1-8FCF-8782-8CD849A1A957}"/>
                  </a:ext>
                </a:extLst>
              </p:cNvPr>
              <p:cNvSpPr/>
              <p:nvPr/>
            </p:nvSpPr>
            <p:spPr>
              <a:xfrm>
                <a:off x="7309960" y="3119079"/>
                <a:ext cx="1428751" cy="3101075"/>
              </a:xfrm>
              <a:custGeom>
                <a:avLst/>
                <a:gdLst>
                  <a:gd name="connsiteX0" fmla="*/ 1428751 w 1428751"/>
                  <a:gd name="connsiteY0" fmla="*/ 712923 h 3101075"/>
                  <a:gd name="connsiteX1" fmla="*/ 712948 w 1428751"/>
                  <a:gd name="connsiteY1" fmla="*/ -37 h 3101075"/>
                  <a:gd name="connsiteX2" fmla="*/ 1 w 1428751"/>
                  <a:gd name="connsiteY2" fmla="*/ 715752 h 3101075"/>
                  <a:gd name="connsiteX3" fmla="*/ 238126 w 1428751"/>
                  <a:gd name="connsiteY3" fmla="*/ 1246799 h 3101075"/>
                  <a:gd name="connsiteX4" fmla="*/ 238126 w 1428751"/>
                  <a:gd name="connsiteY4" fmla="*/ 1246799 h 3101075"/>
                  <a:gd name="connsiteX5" fmla="*/ 539593 w 1428751"/>
                  <a:gd name="connsiteY5" fmla="*/ 2776037 h 3101075"/>
                  <a:gd name="connsiteX6" fmla="*/ 539593 w 1428751"/>
                  <a:gd name="connsiteY6" fmla="*/ 2776037 h 3101075"/>
                  <a:gd name="connsiteX7" fmla="*/ 596314 w 1428751"/>
                  <a:gd name="connsiteY7" fmla="*/ 3065549 h 3101075"/>
                  <a:gd name="connsiteX8" fmla="*/ 885826 w 1428751"/>
                  <a:gd name="connsiteY8" fmla="*/ 3008780 h 3101075"/>
                  <a:gd name="connsiteX9" fmla="*/ 885826 w 1428751"/>
                  <a:gd name="connsiteY9" fmla="*/ 2776037 h 3101075"/>
                  <a:gd name="connsiteX10" fmla="*/ 885826 w 1428751"/>
                  <a:gd name="connsiteY10" fmla="*/ 2776037 h 3101075"/>
                  <a:gd name="connsiteX11" fmla="*/ 1187768 w 1428751"/>
                  <a:gd name="connsiteY11" fmla="*/ 1246799 h 3101075"/>
                  <a:gd name="connsiteX12" fmla="*/ 1187768 w 1428751"/>
                  <a:gd name="connsiteY12" fmla="*/ 1246799 h 3101075"/>
                  <a:gd name="connsiteX13" fmla="*/ 1428751 w 1428751"/>
                  <a:gd name="connsiteY13" fmla="*/ 712923 h 3101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428751" h="3101075">
                    <a:moveTo>
                      <a:pt x="1428751" y="712923"/>
                    </a:moveTo>
                    <a:cubicBezTo>
                      <a:pt x="1427989" y="318383"/>
                      <a:pt x="1107520" y="-819"/>
                      <a:pt x="712948" y="-37"/>
                    </a:cubicBezTo>
                    <a:cubicBezTo>
                      <a:pt x="318422" y="743"/>
                      <a:pt x="-761" y="321212"/>
                      <a:pt x="1" y="715752"/>
                    </a:cubicBezTo>
                    <a:cubicBezTo>
                      <a:pt x="382" y="918520"/>
                      <a:pt x="86964" y="1111592"/>
                      <a:pt x="238126" y="1246799"/>
                    </a:cubicBezTo>
                    <a:lnTo>
                      <a:pt x="238126" y="1246799"/>
                    </a:lnTo>
                    <a:cubicBezTo>
                      <a:pt x="818675" y="1763054"/>
                      <a:pt x="666751" y="2587442"/>
                      <a:pt x="539593" y="2776037"/>
                    </a:cubicBezTo>
                    <a:lnTo>
                      <a:pt x="539593" y="2776037"/>
                    </a:lnTo>
                    <a:cubicBezTo>
                      <a:pt x="475299" y="2871668"/>
                      <a:pt x="500730" y="3001255"/>
                      <a:pt x="596314" y="3065549"/>
                    </a:cubicBezTo>
                    <a:cubicBezTo>
                      <a:pt x="691945" y="3129796"/>
                      <a:pt x="821533" y="3104411"/>
                      <a:pt x="885826" y="3008780"/>
                    </a:cubicBezTo>
                    <a:cubicBezTo>
                      <a:pt x="933117" y="2938438"/>
                      <a:pt x="933117" y="2846427"/>
                      <a:pt x="885826" y="2776037"/>
                    </a:cubicBezTo>
                    <a:lnTo>
                      <a:pt x="885826" y="2776037"/>
                    </a:lnTo>
                    <a:cubicBezTo>
                      <a:pt x="760096" y="2585538"/>
                      <a:pt x="606743" y="1763054"/>
                      <a:pt x="1187768" y="1246799"/>
                    </a:cubicBezTo>
                    <a:lnTo>
                      <a:pt x="1187768" y="1246799"/>
                    </a:lnTo>
                    <a:cubicBezTo>
                      <a:pt x="1340693" y="1111449"/>
                      <a:pt x="1428418" y="917139"/>
                      <a:pt x="1428751" y="712923"/>
                    </a:cubicBezTo>
                    <a:close/>
                  </a:path>
                </a:pathLst>
              </a:custGeom>
              <a:solidFill>
                <a:srgbClr val="F2F2F2"/>
              </a:solidFill>
              <a:ln w="476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Dubai" panose="020B0503030403030204" pitchFamily="34" charset="-78"/>
                  <a:cs typeface="Dubai" panose="020B0503030403030204" pitchFamily="34" charset="-78"/>
                </a:endParaRPr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0CFD495D-8C29-538D-EAAD-01864B649317}"/>
                  </a:ext>
                </a:extLst>
              </p:cNvPr>
              <p:cNvSpPr/>
              <p:nvPr/>
            </p:nvSpPr>
            <p:spPr>
              <a:xfrm>
                <a:off x="7869555" y="5856579"/>
                <a:ext cx="309562" cy="309562"/>
              </a:xfrm>
              <a:custGeom>
                <a:avLst/>
                <a:gdLst>
                  <a:gd name="connsiteX0" fmla="*/ 309563 w 309562"/>
                  <a:gd name="connsiteY0" fmla="*/ 154781 h 309562"/>
                  <a:gd name="connsiteX1" fmla="*/ 154782 w 309562"/>
                  <a:gd name="connsiteY1" fmla="*/ 309562 h 309562"/>
                  <a:gd name="connsiteX2" fmla="*/ 0 w 309562"/>
                  <a:gd name="connsiteY2" fmla="*/ 154781 h 309562"/>
                  <a:gd name="connsiteX3" fmla="*/ 154782 w 309562"/>
                  <a:gd name="connsiteY3" fmla="*/ 0 h 309562"/>
                  <a:gd name="connsiteX4" fmla="*/ 309563 w 309562"/>
                  <a:gd name="connsiteY4" fmla="*/ 154781 h 3095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9562" h="309562">
                    <a:moveTo>
                      <a:pt x="309563" y="154781"/>
                    </a:moveTo>
                    <a:cubicBezTo>
                      <a:pt x="309563" y="240264"/>
                      <a:pt x="240265" y="309562"/>
                      <a:pt x="154782" y="309562"/>
                    </a:cubicBezTo>
                    <a:cubicBezTo>
                      <a:pt x="69298" y="309562"/>
                      <a:pt x="0" y="240264"/>
                      <a:pt x="0" y="154781"/>
                    </a:cubicBezTo>
                    <a:cubicBezTo>
                      <a:pt x="0" y="69298"/>
                      <a:pt x="69298" y="0"/>
                      <a:pt x="154782" y="0"/>
                    </a:cubicBezTo>
                    <a:cubicBezTo>
                      <a:pt x="240265" y="0"/>
                      <a:pt x="309563" y="69298"/>
                      <a:pt x="309563" y="15478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0F0F0"/>
                  </a:gs>
                  <a:gs pos="81000">
                    <a:srgbClr val="F5F5F5"/>
                  </a:gs>
                  <a:gs pos="100000">
                    <a:srgbClr val="F7F7F7"/>
                  </a:gs>
                </a:gsLst>
                <a:lin ang="18900000" scaled="1"/>
              </a:gradFill>
              <a:ln w="476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Dubai" panose="020B0503030403030204" pitchFamily="34" charset="-78"/>
                  <a:cs typeface="Dubai" panose="020B0503030403030204" pitchFamily="34" charset="-78"/>
                </a:endParaRPr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46AE24EB-1B21-22AC-6FC2-97740E3DD66D}"/>
                  </a:ext>
                </a:extLst>
              </p:cNvPr>
              <p:cNvSpPr/>
              <p:nvPr/>
            </p:nvSpPr>
            <p:spPr>
              <a:xfrm>
                <a:off x="7875746" y="5862770"/>
                <a:ext cx="297180" cy="297179"/>
              </a:xfrm>
              <a:custGeom>
                <a:avLst/>
                <a:gdLst>
                  <a:gd name="connsiteX0" fmla="*/ 297180 w 297180"/>
                  <a:gd name="connsiteY0" fmla="*/ 148590 h 297179"/>
                  <a:gd name="connsiteX1" fmla="*/ 148590 w 297180"/>
                  <a:gd name="connsiteY1" fmla="*/ 297180 h 297179"/>
                  <a:gd name="connsiteX2" fmla="*/ 0 w 297180"/>
                  <a:gd name="connsiteY2" fmla="*/ 148590 h 297179"/>
                  <a:gd name="connsiteX3" fmla="*/ 148590 w 297180"/>
                  <a:gd name="connsiteY3" fmla="*/ 0 h 297179"/>
                  <a:gd name="connsiteX4" fmla="*/ 297180 w 297180"/>
                  <a:gd name="connsiteY4" fmla="*/ 148590 h 297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7180" h="297179">
                    <a:moveTo>
                      <a:pt x="297180" y="148590"/>
                    </a:moveTo>
                    <a:cubicBezTo>
                      <a:pt x="297180" y="230654"/>
                      <a:pt x="230654" y="297180"/>
                      <a:pt x="148590" y="297180"/>
                    </a:cubicBezTo>
                    <a:cubicBezTo>
                      <a:pt x="66526" y="297180"/>
                      <a:pt x="0" y="230654"/>
                      <a:pt x="0" y="148590"/>
                    </a:cubicBezTo>
                    <a:cubicBezTo>
                      <a:pt x="0" y="66526"/>
                      <a:pt x="66526" y="0"/>
                      <a:pt x="148590" y="0"/>
                    </a:cubicBezTo>
                    <a:cubicBezTo>
                      <a:pt x="230654" y="0"/>
                      <a:pt x="297180" y="66526"/>
                      <a:pt x="297180" y="1485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Dubai" panose="020B0503030403030204" pitchFamily="34" charset="-78"/>
                  <a:cs typeface="Dubai" panose="020B0503030403030204" pitchFamily="34" charset="-78"/>
                </a:endParaRPr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340514B4-557A-8DD2-C7C8-89D1070C96A1}"/>
                  </a:ext>
                </a:extLst>
              </p:cNvPr>
              <p:cNvSpPr/>
              <p:nvPr/>
            </p:nvSpPr>
            <p:spPr>
              <a:xfrm>
                <a:off x="7452359" y="3261017"/>
                <a:ext cx="1143000" cy="1142999"/>
              </a:xfrm>
              <a:custGeom>
                <a:avLst/>
                <a:gdLst>
                  <a:gd name="connsiteX0" fmla="*/ 1143000 w 1143000"/>
                  <a:gd name="connsiteY0" fmla="*/ 571500 h 1142999"/>
                  <a:gd name="connsiteX1" fmla="*/ 571500 w 1143000"/>
                  <a:gd name="connsiteY1" fmla="*/ 1143000 h 1142999"/>
                  <a:gd name="connsiteX2" fmla="*/ 0 w 1143000"/>
                  <a:gd name="connsiteY2" fmla="*/ 571500 h 1142999"/>
                  <a:gd name="connsiteX3" fmla="*/ 571500 w 1143000"/>
                  <a:gd name="connsiteY3" fmla="*/ 0 h 1142999"/>
                  <a:gd name="connsiteX4" fmla="*/ 1143000 w 1143000"/>
                  <a:gd name="connsiteY4" fmla="*/ 571500 h 1142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3000" h="1142999">
                    <a:moveTo>
                      <a:pt x="1143000" y="571500"/>
                    </a:moveTo>
                    <a:cubicBezTo>
                      <a:pt x="1143000" y="887131"/>
                      <a:pt x="887130" y="1143000"/>
                      <a:pt x="571500" y="1143000"/>
                    </a:cubicBezTo>
                    <a:cubicBezTo>
                      <a:pt x="255869" y="1143000"/>
                      <a:pt x="0" y="887131"/>
                      <a:pt x="0" y="571500"/>
                    </a:cubicBezTo>
                    <a:cubicBezTo>
                      <a:pt x="0" y="255869"/>
                      <a:pt x="255869" y="0"/>
                      <a:pt x="571500" y="0"/>
                    </a:cubicBezTo>
                    <a:cubicBezTo>
                      <a:pt x="887130" y="0"/>
                      <a:pt x="1143000" y="255869"/>
                      <a:pt x="1143000" y="57150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476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Dubai" panose="020B0503030403030204" pitchFamily="34" charset="-78"/>
                  <a:cs typeface="Dubai" panose="020B0503030403030204" pitchFamily="34" charset="-78"/>
                </a:endParaRPr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D702639E-B1BF-1955-7245-8B4CA96D62D2}"/>
                  </a:ext>
                </a:extLst>
              </p:cNvPr>
              <p:cNvSpPr/>
              <p:nvPr/>
            </p:nvSpPr>
            <p:spPr>
              <a:xfrm>
                <a:off x="7409973" y="3218631"/>
                <a:ext cx="1226820" cy="1226819"/>
              </a:xfrm>
              <a:custGeom>
                <a:avLst/>
                <a:gdLst>
                  <a:gd name="connsiteX0" fmla="*/ 613886 w 1226820"/>
                  <a:gd name="connsiteY0" fmla="*/ -39 h 1226819"/>
                  <a:gd name="connsiteX1" fmla="*/ 0 w 1226820"/>
                  <a:gd name="connsiteY1" fmla="*/ 612895 h 1226819"/>
                  <a:gd name="connsiteX2" fmla="*/ 612934 w 1226820"/>
                  <a:gd name="connsiteY2" fmla="*/ 1226781 h 1226819"/>
                  <a:gd name="connsiteX3" fmla="*/ 1226821 w 1226820"/>
                  <a:gd name="connsiteY3" fmla="*/ 613847 h 1226819"/>
                  <a:gd name="connsiteX4" fmla="*/ 1226821 w 1226820"/>
                  <a:gd name="connsiteY4" fmla="*/ 613371 h 1226819"/>
                  <a:gd name="connsiteX5" fmla="*/ 613886 w 1226820"/>
                  <a:gd name="connsiteY5" fmla="*/ -39 h 1226819"/>
                  <a:gd name="connsiteX6" fmla="*/ 613886 w 1226820"/>
                  <a:gd name="connsiteY6" fmla="*/ 1184871 h 1226819"/>
                  <a:gd name="connsiteX7" fmla="*/ 42386 w 1226820"/>
                  <a:gd name="connsiteY7" fmla="*/ 613371 h 1226819"/>
                  <a:gd name="connsiteX8" fmla="*/ 613886 w 1226820"/>
                  <a:gd name="connsiteY8" fmla="*/ 41871 h 1226819"/>
                  <a:gd name="connsiteX9" fmla="*/ 1185387 w 1226820"/>
                  <a:gd name="connsiteY9" fmla="*/ 613371 h 1226819"/>
                  <a:gd name="connsiteX10" fmla="*/ 613886 w 1226820"/>
                  <a:gd name="connsiteY10" fmla="*/ 1184871 h 12268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26820" h="1226819">
                    <a:moveTo>
                      <a:pt x="613886" y="-39"/>
                    </a:moveTo>
                    <a:cubicBezTo>
                      <a:pt x="275130" y="-301"/>
                      <a:pt x="286" y="274119"/>
                      <a:pt x="0" y="612895"/>
                    </a:cubicBezTo>
                    <a:cubicBezTo>
                      <a:pt x="-285" y="951651"/>
                      <a:pt x="274178" y="1226495"/>
                      <a:pt x="612934" y="1226781"/>
                    </a:cubicBezTo>
                    <a:cubicBezTo>
                      <a:pt x="951691" y="1227067"/>
                      <a:pt x="1226534" y="952604"/>
                      <a:pt x="1226821" y="613847"/>
                    </a:cubicBezTo>
                    <a:cubicBezTo>
                      <a:pt x="1226821" y="613690"/>
                      <a:pt x="1226821" y="613528"/>
                      <a:pt x="1226821" y="613371"/>
                    </a:cubicBezTo>
                    <a:cubicBezTo>
                      <a:pt x="1226821" y="274781"/>
                      <a:pt x="952500" y="223"/>
                      <a:pt x="613886" y="-39"/>
                    </a:cubicBezTo>
                    <a:close/>
                    <a:moveTo>
                      <a:pt x="613886" y="1184871"/>
                    </a:moveTo>
                    <a:cubicBezTo>
                      <a:pt x="298276" y="1184871"/>
                      <a:pt x="42386" y="928982"/>
                      <a:pt x="42386" y="613371"/>
                    </a:cubicBezTo>
                    <a:cubicBezTo>
                      <a:pt x="42386" y="297741"/>
                      <a:pt x="298276" y="41871"/>
                      <a:pt x="613886" y="41871"/>
                    </a:cubicBezTo>
                    <a:cubicBezTo>
                      <a:pt x="929497" y="41871"/>
                      <a:pt x="1185387" y="297741"/>
                      <a:pt x="1185387" y="613371"/>
                    </a:cubicBezTo>
                    <a:cubicBezTo>
                      <a:pt x="1185387" y="928982"/>
                      <a:pt x="929497" y="1184871"/>
                      <a:pt x="613886" y="118487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6E6E6"/>
                  </a:gs>
                  <a:gs pos="23000">
                    <a:srgbClr val="F0F0F0"/>
                  </a:gs>
                  <a:gs pos="64000">
                    <a:srgbClr val="FFFFFF"/>
                  </a:gs>
                  <a:gs pos="99000">
                    <a:srgbClr val="FFFFFF"/>
                  </a:gs>
                </a:gsLst>
                <a:lin ang="18900945" scaled="1"/>
              </a:gradFill>
              <a:ln w="476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Dubai" panose="020B0503030403030204" pitchFamily="34" charset="-78"/>
                  <a:cs typeface="Dubai" panose="020B0503030403030204" pitchFamily="34" charset="-78"/>
                </a:endParaRPr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2DECC8A5-FB2F-4A64-BBB2-401CC31A6455}"/>
                </a:ext>
              </a:extLst>
            </p:cNvPr>
            <p:cNvGrpSpPr/>
            <p:nvPr/>
          </p:nvGrpSpPr>
          <p:grpSpPr>
            <a:xfrm>
              <a:off x="9215091" y="1117893"/>
              <a:ext cx="1487805" cy="3458526"/>
              <a:chOff x="9202102" y="1117893"/>
              <a:chExt cx="1487805" cy="3458526"/>
            </a:xfrm>
          </p:grpSpPr>
          <p:grpSp>
            <p:nvGrpSpPr>
              <p:cNvPr id="156" name="Group 155">
                <a:extLst>
                  <a:ext uri="{FF2B5EF4-FFF2-40B4-BE49-F238E27FC236}">
                    <a16:creationId xmlns:a16="http://schemas.microsoft.com/office/drawing/2014/main" id="{97474F98-29B8-2577-6480-9A80D1B23F7F}"/>
                  </a:ext>
                </a:extLst>
              </p:cNvPr>
              <p:cNvGrpSpPr/>
              <p:nvPr/>
            </p:nvGrpSpPr>
            <p:grpSpPr>
              <a:xfrm>
                <a:off x="9517379" y="1224573"/>
                <a:ext cx="857250" cy="857249"/>
                <a:chOff x="9517379" y="1161073"/>
                <a:chExt cx="857250" cy="857249"/>
              </a:xfrm>
              <a:solidFill>
                <a:schemeClr val="accent5"/>
              </a:solidFill>
            </p:grpSpPr>
            <p:sp>
              <p:nvSpPr>
                <p:cNvPr id="165" name="Freeform: Shape 164">
                  <a:extLst>
                    <a:ext uri="{FF2B5EF4-FFF2-40B4-BE49-F238E27FC236}">
                      <a16:creationId xmlns:a16="http://schemas.microsoft.com/office/drawing/2014/main" id="{F342437B-4B14-C08E-6447-91CFD4B03D75}"/>
                    </a:ext>
                  </a:extLst>
                </p:cNvPr>
                <p:cNvSpPr/>
                <p:nvPr/>
              </p:nvSpPr>
              <p:spPr>
                <a:xfrm>
                  <a:off x="9946004" y="1589698"/>
                  <a:ext cx="428625" cy="428624"/>
                </a:xfrm>
                <a:custGeom>
                  <a:avLst/>
                  <a:gdLst>
                    <a:gd name="connsiteX0" fmla="*/ 0 w 428625"/>
                    <a:gd name="connsiteY0" fmla="*/ 428586 h 428624"/>
                    <a:gd name="connsiteX1" fmla="*/ 0 w 428625"/>
                    <a:gd name="connsiteY1" fmla="*/ 285711 h 428624"/>
                    <a:gd name="connsiteX2" fmla="*/ 285750 w 428625"/>
                    <a:gd name="connsiteY2" fmla="*/ -39 h 428624"/>
                    <a:gd name="connsiteX3" fmla="*/ 428625 w 428625"/>
                    <a:gd name="connsiteY3" fmla="*/ -39 h 428624"/>
                    <a:gd name="connsiteX4" fmla="*/ 0 w 428625"/>
                    <a:gd name="connsiteY4" fmla="*/ 428586 h 4286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28625" h="428624">
                      <a:moveTo>
                        <a:pt x="0" y="428586"/>
                      </a:moveTo>
                      <a:lnTo>
                        <a:pt x="0" y="285711"/>
                      </a:lnTo>
                      <a:cubicBezTo>
                        <a:pt x="157830" y="285711"/>
                        <a:pt x="285750" y="157776"/>
                        <a:pt x="285750" y="-39"/>
                      </a:cubicBezTo>
                      <a:lnTo>
                        <a:pt x="428625" y="-39"/>
                      </a:lnTo>
                      <a:cubicBezTo>
                        <a:pt x="428625" y="236686"/>
                        <a:pt x="236744" y="428586"/>
                        <a:pt x="0" y="428586"/>
                      </a:cubicBezTo>
                      <a:close/>
                    </a:path>
                  </a:pathLst>
                </a:custGeom>
                <a:grpFill/>
                <a:ln w="476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>
                    <a:latin typeface="Dubai" panose="020B0503030403030204" pitchFamily="34" charset="-78"/>
                    <a:cs typeface="Dubai" panose="020B0503030403030204" pitchFamily="34" charset="-78"/>
                  </a:endParaRPr>
                </a:p>
              </p:txBody>
            </p:sp>
            <p:sp>
              <p:nvSpPr>
                <p:cNvPr id="166" name="Freeform: Shape 165">
                  <a:extLst>
                    <a:ext uri="{FF2B5EF4-FFF2-40B4-BE49-F238E27FC236}">
                      <a16:creationId xmlns:a16="http://schemas.microsoft.com/office/drawing/2014/main" id="{FB29B4D6-AB6C-C9F2-0C11-C1C8B9D601C5}"/>
                    </a:ext>
                  </a:extLst>
                </p:cNvPr>
                <p:cNvSpPr/>
                <p:nvPr/>
              </p:nvSpPr>
              <p:spPr>
                <a:xfrm>
                  <a:off x="9517379" y="1161073"/>
                  <a:ext cx="428625" cy="428624"/>
                </a:xfrm>
                <a:custGeom>
                  <a:avLst/>
                  <a:gdLst>
                    <a:gd name="connsiteX0" fmla="*/ 142875 w 428625"/>
                    <a:gd name="connsiteY0" fmla="*/ 428586 h 428624"/>
                    <a:gd name="connsiteX1" fmla="*/ 0 w 428625"/>
                    <a:gd name="connsiteY1" fmla="*/ 428586 h 428624"/>
                    <a:gd name="connsiteX2" fmla="*/ 428625 w 428625"/>
                    <a:gd name="connsiteY2" fmla="*/ -39 h 428624"/>
                    <a:gd name="connsiteX3" fmla="*/ 428625 w 428625"/>
                    <a:gd name="connsiteY3" fmla="*/ 142836 h 428624"/>
                    <a:gd name="connsiteX4" fmla="*/ 142875 w 428625"/>
                    <a:gd name="connsiteY4" fmla="*/ 428586 h 4286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28625" h="428624">
                      <a:moveTo>
                        <a:pt x="142875" y="428586"/>
                      </a:moveTo>
                      <a:lnTo>
                        <a:pt x="0" y="428586"/>
                      </a:lnTo>
                      <a:cubicBezTo>
                        <a:pt x="0" y="191861"/>
                        <a:pt x="191881" y="-39"/>
                        <a:pt x="428625" y="-39"/>
                      </a:cubicBezTo>
                      <a:lnTo>
                        <a:pt x="428625" y="142836"/>
                      </a:lnTo>
                      <a:cubicBezTo>
                        <a:pt x="270796" y="142836"/>
                        <a:pt x="142875" y="270771"/>
                        <a:pt x="142875" y="428586"/>
                      </a:cubicBezTo>
                      <a:close/>
                    </a:path>
                  </a:pathLst>
                </a:custGeom>
                <a:grpFill/>
                <a:ln w="476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>
                    <a:latin typeface="Dubai" panose="020B0503030403030204" pitchFamily="34" charset="-78"/>
                    <a:cs typeface="Dubai" panose="020B0503030403030204" pitchFamily="34" charset="-78"/>
                  </a:endParaRPr>
                </a:p>
              </p:txBody>
            </p:sp>
            <p:sp>
              <p:nvSpPr>
                <p:cNvPr id="167" name="Freeform: Shape 166">
                  <a:extLst>
                    <a:ext uri="{FF2B5EF4-FFF2-40B4-BE49-F238E27FC236}">
                      <a16:creationId xmlns:a16="http://schemas.microsoft.com/office/drawing/2014/main" id="{1C5700C2-45E2-EC16-102F-A28A1E89613C}"/>
                    </a:ext>
                  </a:extLst>
                </p:cNvPr>
                <p:cNvSpPr/>
                <p:nvPr/>
              </p:nvSpPr>
              <p:spPr>
                <a:xfrm>
                  <a:off x="9874567" y="1161073"/>
                  <a:ext cx="500062" cy="500062"/>
                </a:xfrm>
                <a:custGeom>
                  <a:avLst/>
                  <a:gdLst>
                    <a:gd name="connsiteX0" fmla="*/ 428625 w 500062"/>
                    <a:gd name="connsiteY0" fmla="*/ 500023 h 500062"/>
                    <a:gd name="connsiteX1" fmla="*/ 357188 w 500062"/>
                    <a:gd name="connsiteY1" fmla="*/ 428586 h 500062"/>
                    <a:gd name="connsiteX2" fmla="*/ 71438 w 500062"/>
                    <a:gd name="connsiteY2" fmla="*/ 142836 h 500062"/>
                    <a:gd name="connsiteX3" fmla="*/ 0 w 500062"/>
                    <a:gd name="connsiteY3" fmla="*/ 71399 h 500062"/>
                    <a:gd name="connsiteX4" fmla="*/ 71438 w 500062"/>
                    <a:gd name="connsiteY4" fmla="*/ -39 h 500062"/>
                    <a:gd name="connsiteX5" fmla="*/ 500063 w 500062"/>
                    <a:gd name="connsiteY5" fmla="*/ 428586 h 500062"/>
                    <a:gd name="connsiteX6" fmla="*/ 428625 w 500062"/>
                    <a:gd name="connsiteY6" fmla="*/ 500023 h 5000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00062" h="500062">
                      <a:moveTo>
                        <a:pt x="428625" y="500023"/>
                      </a:moveTo>
                      <a:cubicBezTo>
                        <a:pt x="389191" y="500023"/>
                        <a:pt x="357188" y="468038"/>
                        <a:pt x="357188" y="428586"/>
                      </a:cubicBezTo>
                      <a:cubicBezTo>
                        <a:pt x="357188" y="270771"/>
                        <a:pt x="229267" y="142836"/>
                        <a:pt x="71438" y="142836"/>
                      </a:cubicBezTo>
                      <a:cubicBezTo>
                        <a:pt x="32004" y="142836"/>
                        <a:pt x="0" y="110851"/>
                        <a:pt x="0" y="71399"/>
                      </a:cubicBezTo>
                      <a:cubicBezTo>
                        <a:pt x="0" y="31946"/>
                        <a:pt x="32004" y="-39"/>
                        <a:pt x="71438" y="-39"/>
                      </a:cubicBezTo>
                      <a:cubicBezTo>
                        <a:pt x="308182" y="-39"/>
                        <a:pt x="500063" y="191861"/>
                        <a:pt x="500063" y="428586"/>
                      </a:cubicBezTo>
                      <a:cubicBezTo>
                        <a:pt x="500063" y="468038"/>
                        <a:pt x="468059" y="500023"/>
                        <a:pt x="428625" y="500023"/>
                      </a:cubicBezTo>
                      <a:close/>
                    </a:path>
                  </a:pathLst>
                </a:custGeom>
                <a:grpFill/>
                <a:ln w="476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>
                    <a:latin typeface="Dubai" panose="020B0503030403030204" pitchFamily="34" charset="-78"/>
                    <a:cs typeface="Dubai" panose="020B0503030403030204" pitchFamily="34" charset="-78"/>
                  </a:endParaRPr>
                </a:p>
              </p:txBody>
            </p:sp>
            <p:sp>
              <p:nvSpPr>
                <p:cNvPr id="168" name="Freeform: Shape 167">
                  <a:extLst>
                    <a:ext uri="{FF2B5EF4-FFF2-40B4-BE49-F238E27FC236}">
                      <a16:creationId xmlns:a16="http://schemas.microsoft.com/office/drawing/2014/main" id="{179F335B-ED83-5943-79AC-43B00B3977A2}"/>
                    </a:ext>
                  </a:extLst>
                </p:cNvPr>
                <p:cNvSpPr/>
                <p:nvPr/>
              </p:nvSpPr>
              <p:spPr>
                <a:xfrm>
                  <a:off x="9517379" y="1518260"/>
                  <a:ext cx="500062" cy="500062"/>
                </a:xfrm>
                <a:custGeom>
                  <a:avLst/>
                  <a:gdLst>
                    <a:gd name="connsiteX0" fmla="*/ 428625 w 500062"/>
                    <a:gd name="connsiteY0" fmla="*/ 500023 h 500062"/>
                    <a:gd name="connsiteX1" fmla="*/ 0 w 500062"/>
                    <a:gd name="connsiteY1" fmla="*/ 71399 h 500062"/>
                    <a:gd name="connsiteX2" fmla="*/ 71438 w 500062"/>
                    <a:gd name="connsiteY2" fmla="*/ -39 h 500062"/>
                    <a:gd name="connsiteX3" fmla="*/ 142875 w 500062"/>
                    <a:gd name="connsiteY3" fmla="*/ 71399 h 500062"/>
                    <a:gd name="connsiteX4" fmla="*/ 428625 w 500062"/>
                    <a:gd name="connsiteY4" fmla="*/ 357149 h 500062"/>
                    <a:gd name="connsiteX5" fmla="*/ 500063 w 500062"/>
                    <a:gd name="connsiteY5" fmla="*/ 428586 h 500062"/>
                    <a:gd name="connsiteX6" fmla="*/ 428625 w 500062"/>
                    <a:gd name="connsiteY6" fmla="*/ 500023 h 5000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00062" h="500062">
                      <a:moveTo>
                        <a:pt x="428625" y="500023"/>
                      </a:moveTo>
                      <a:cubicBezTo>
                        <a:pt x="191881" y="500023"/>
                        <a:pt x="0" y="308123"/>
                        <a:pt x="0" y="71399"/>
                      </a:cubicBezTo>
                      <a:cubicBezTo>
                        <a:pt x="0" y="31946"/>
                        <a:pt x="32004" y="-39"/>
                        <a:pt x="71438" y="-39"/>
                      </a:cubicBezTo>
                      <a:cubicBezTo>
                        <a:pt x="110871" y="-39"/>
                        <a:pt x="142875" y="31946"/>
                        <a:pt x="142875" y="71399"/>
                      </a:cubicBezTo>
                      <a:cubicBezTo>
                        <a:pt x="142875" y="229214"/>
                        <a:pt x="270796" y="357149"/>
                        <a:pt x="428625" y="357149"/>
                      </a:cubicBezTo>
                      <a:cubicBezTo>
                        <a:pt x="468059" y="357149"/>
                        <a:pt x="500063" y="389133"/>
                        <a:pt x="500063" y="428586"/>
                      </a:cubicBezTo>
                      <a:cubicBezTo>
                        <a:pt x="500063" y="468038"/>
                        <a:pt x="468059" y="500023"/>
                        <a:pt x="428625" y="500023"/>
                      </a:cubicBezTo>
                      <a:close/>
                    </a:path>
                  </a:pathLst>
                </a:custGeom>
                <a:grpFill/>
                <a:ln w="476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>
                    <a:latin typeface="Dubai" panose="020B0503030403030204" pitchFamily="34" charset="-78"/>
                    <a:cs typeface="Dubai" panose="020B0503030403030204" pitchFamily="34" charset="-78"/>
                  </a:endParaRPr>
                </a:p>
              </p:txBody>
            </p:sp>
          </p:grp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282ED8E9-99CD-FE5F-7805-C4D7AFA3642C}"/>
                  </a:ext>
                </a:extLst>
              </p:cNvPr>
              <p:cNvSpPr/>
              <p:nvPr/>
            </p:nvSpPr>
            <p:spPr>
              <a:xfrm>
                <a:off x="9410223" y="1117893"/>
                <a:ext cx="1071562" cy="1071562"/>
              </a:xfrm>
              <a:custGeom>
                <a:avLst/>
                <a:gdLst>
                  <a:gd name="connsiteX0" fmla="*/ 1071562 w 1071562"/>
                  <a:gd name="connsiteY0" fmla="*/ 535781 h 1071562"/>
                  <a:gd name="connsiteX1" fmla="*/ 535781 w 1071562"/>
                  <a:gd name="connsiteY1" fmla="*/ 1071562 h 1071562"/>
                  <a:gd name="connsiteX2" fmla="*/ 0 w 1071562"/>
                  <a:gd name="connsiteY2" fmla="*/ 535781 h 1071562"/>
                  <a:gd name="connsiteX3" fmla="*/ 535781 w 1071562"/>
                  <a:gd name="connsiteY3" fmla="*/ 0 h 1071562"/>
                  <a:gd name="connsiteX4" fmla="*/ 1071562 w 1071562"/>
                  <a:gd name="connsiteY4" fmla="*/ 535781 h 10715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562" h="1071562">
                    <a:moveTo>
                      <a:pt x="1071562" y="535781"/>
                    </a:moveTo>
                    <a:cubicBezTo>
                      <a:pt x="1071562" y="831685"/>
                      <a:pt x="831685" y="1071562"/>
                      <a:pt x="535781" y="1071562"/>
                    </a:cubicBezTo>
                    <a:cubicBezTo>
                      <a:pt x="239877" y="1071562"/>
                      <a:pt x="0" y="831685"/>
                      <a:pt x="0" y="535781"/>
                    </a:cubicBezTo>
                    <a:cubicBezTo>
                      <a:pt x="0" y="239877"/>
                      <a:pt x="239877" y="0"/>
                      <a:pt x="535781" y="0"/>
                    </a:cubicBezTo>
                    <a:cubicBezTo>
                      <a:pt x="831685" y="0"/>
                      <a:pt x="1071562" y="239877"/>
                      <a:pt x="1071562" y="535781"/>
                    </a:cubicBezTo>
                    <a:close/>
                  </a:path>
                </a:pathLst>
              </a:custGeom>
              <a:noFill/>
              <a:ln w="11906" cap="flat">
                <a:solidFill>
                  <a:schemeClr val="bg1">
                    <a:lumMod val="8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Dubai" panose="020B0503030403030204" pitchFamily="34" charset="-78"/>
                  <a:cs typeface="Dubai" panose="020B0503030403030204" pitchFamily="34" charset="-78"/>
                </a:endParaRPr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4188A8ED-195A-B1EC-E94E-D8AB1B28B9A2}"/>
                  </a:ext>
                </a:extLst>
              </p:cNvPr>
              <p:cNvSpPr/>
              <p:nvPr/>
            </p:nvSpPr>
            <p:spPr>
              <a:xfrm>
                <a:off x="9231629" y="1444906"/>
                <a:ext cx="1428751" cy="3100081"/>
              </a:xfrm>
              <a:custGeom>
                <a:avLst/>
                <a:gdLst>
                  <a:gd name="connsiteX0" fmla="*/ 0 w 1428751"/>
                  <a:gd name="connsiteY0" fmla="*/ 2387095 h 3100081"/>
                  <a:gd name="connsiteX1" fmla="*/ 715804 w 1428751"/>
                  <a:gd name="connsiteY1" fmla="*/ 3100041 h 3100081"/>
                  <a:gd name="connsiteX2" fmla="*/ 1428750 w 1428751"/>
                  <a:gd name="connsiteY2" fmla="*/ 2384266 h 3100081"/>
                  <a:gd name="connsiteX3" fmla="*/ 1190625 w 1428751"/>
                  <a:gd name="connsiteY3" fmla="*/ 1853219 h 3100081"/>
                  <a:gd name="connsiteX4" fmla="*/ 1190625 w 1428751"/>
                  <a:gd name="connsiteY4" fmla="*/ 1853219 h 3100081"/>
                  <a:gd name="connsiteX5" fmla="*/ 889159 w 1428751"/>
                  <a:gd name="connsiteY5" fmla="*/ 323981 h 3100081"/>
                  <a:gd name="connsiteX6" fmla="*/ 889159 w 1428751"/>
                  <a:gd name="connsiteY6" fmla="*/ 323981 h 3100081"/>
                  <a:gd name="connsiteX7" fmla="*/ 832152 w 1428751"/>
                  <a:gd name="connsiteY7" fmla="*/ 35226 h 3100081"/>
                  <a:gd name="connsiteX8" fmla="*/ 543401 w 1428751"/>
                  <a:gd name="connsiteY8" fmla="*/ 92228 h 3100081"/>
                  <a:gd name="connsiteX9" fmla="*/ 508159 w 1428751"/>
                  <a:gd name="connsiteY9" fmla="*/ 208252 h 3100081"/>
                  <a:gd name="connsiteX10" fmla="*/ 542925 w 1428751"/>
                  <a:gd name="connsiteY10" fmla="*/ 323981 h 3100081"/>
                  <a:gd name="connsiteX11" fmla="*/ 542925 w 1428751"/>
                  <a:gd name="connsiteY11" fmla="*/ 323981 h 3100081"/>
                  <a:gd name="connsiteX12" fmla="*/ 241459 w 1428751"/>
                  <a:gd name="connsiteY12" fmla="*/ 1853219 h 3100081"/>
                  <a:gd name="connsiteX13" fmla="*/ 241459 w 1428751"/>
                  <a:gd name="connsiteY13" fmla="*/ 1853219 h 3100081"/>
                  <a:gd name="connsiteX14" fmla="*/ 0 w 1428751"/>
                  <a:gd name="connsiteY14" fmla="*/ 2387095 h 31000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428751" h="3100081">
                    <a:moveTo>
                      <a:pt x="0" y="2387095"/>
                    </a:moveTo>
                    <a:cubicBezTo>
                      <a:pt x="762" y="2781621"/>
                      <a:pt x="321231" y="3100851"/>
                      <a:pt x="715804" y="3100041"/>
                    </a:cubicBezTo>
                    <a:cubicBezTo>
                      <a:pt x="1110330" y="3099279"/>
                      <a:pt x="1429512" y="2778811"/>
                      <a:pt x="1428750" y="2384266"/>
                    </a:cubicBezTo>
                    <a:cubicBezTo>
                      <a:pt x="1428369" y="2181479"/>
                      <a:pt x="1341787" y="1988412"/>
                      <a:pt x="1190625" y="1853219"/>
                    </a:cubicBezTo>
                    <a:lnTo>
                      <a:pt x="1190625" y="1853219"/>
                    </a:lnTo>
                    <a:cubicBezTo>
                      <a:pt x="610076" y="1336964"/>
                      <a:pt x="762000" y="512576"/>
                      <a:pt x="889159" y="323981"/>
                    </a:cubicBezTo>
                    <a:lnTo>
                      <a:pt x="889159" y="323981"/>
                    </a:lnTo>
                    <a:cubicBezTo>
                      <a:pt x="953167" y="228502"/>
                      <a:pt x="927640" y="99224"/>
                      <a:pt x="832152" y="35226"/>
                    </a:cubicBezTo>
                    <a:cubicBezTo>
                      <a:pt x="736664" y="-28772"/>
                      <a:pt x="607409" y="-3250"/>
                      <a:pt x="543401" y="92228"/>
                    </a:cubicBezTo>
                    <a:cubicBezTo>
                      <a:pt x="520398" y="126547"/>
                      <a:pt x="508111" y="166938"/>
                      <a:pt x="508159" y="208252"/>
                    </a:cubicBezTo>
                    <a:cubicBezTo>
                      <a:pt x="508111" y="249405"/>
                      <a:pt x="520208" y="289658"/>
                      <a:pt x="542925" y="323981"/>
                    </a:cubicBezTo>
                    <a:lnTo>
                      <a:pt x="542925" y="323981"/>
                    </a:lnTo>
                    <a:cubicBezTo>
                      <a:pt x="669131" y="514481"/>
                      <a:pt x="822484" y="1336964"/>
                      <a:pt x="241459" y="1853219"/>
                    </a:cubicBezTo>
                    <a:lnTo>
                      <a:pt x="241459" y="1853219"/>
                    </a:lnTo>
                    <a:cubicBezTo>
                      <a:pt x="88345" y="1988465"/>
                      <a:pt x="429" y="2182798"/>
                      <a:pt x="0" y="2387095"/>
                    </a:cubicBezTo>
                    <a:close/>
                  </a:path>
                </a:pathLst>
              </a:custGeom>
              <a:solidFill>
                <a:srgbClr val="F2F2F2"/>
              </a:solidFill>
              <a:ln w="476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Dubai" panose="020B0503030403030204" pitchFamily="34" charset="-78"/>
                  <a:cs typeface="Dubai" panose="020B0503030403030204" pitchFamily="34" charset="-78"/>
                </a:endParaRPr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3F6EE909-E68B-CF85-267A-290C0834E50B}"/>
                  </a:ext>
                </a:extLst>
              </p:cNvPr>
              <p:cNvSpPr/>
              <p:nvPr/>
            </p:nvSpPr>
            <p:spPr>
              <a:xfrm>
                <a:off x="9791223" y="1498893"/>
                <a:ext cx="309562" cy="309562"/>
              </a:xfrm>
              <a:custGeom>
                <a:avLst/>
                <a:gdLst>
                  <a:gd name="connsiteX0" fmla="*/ 309562 w 309562"/>
                  <a:gd name="connsiteY0" fmla="*/ 154781 h 309562"/>
                  <a:gd name="connsiteX1" fmla="*/ 154781 w 309562"/>
                  <a:gd name="connsiteY1" fmla="*/ 309562 h 309562"/>
                  <a:gd name="connsiteX2" fmla="*/ 0 w 309562"/>
                  <a:gd name="connsiteY2" fmla="*/ 154781 h 309562"/>
                  <a:gd name="connsiteX3" fmla="*/ 154781 w 309562"/>
                  <a:gd name="connsiteY3" fmla="*/ 0 h 309562"/>
                  <a:gd name="connsiteX4" fmla="*/ 309562 w 309562"/>
                  <a:gd name="connsiteY4" fmla="*/ 154781 h 3095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9562" h="309562">
                    <a:moveTo>
                      <a:pt x="309562" y="154781"/>
                    </a:moveTo>
                    <a:cubicBezTo>
                      <a:pt x="309562" y="240265"/>
                      <a:pt x="240264" y="309562"/>
                      <a:pt x="154781" y="309562"/>
                    </a:cubicBezTo>
                    <a:cubicBezTo>
                      <a:pt x="69298" y="309562"/>
                      <a:pt x="0" y="240265"/>
                      <a:pt x="0" y="154781"/>
                    </a:cubicBezTo>
                    <a:cubicBezTo>
                      <a:pt x="0" y="69298"/>
                      <a:pt x="69298" y="0"/>
                      <a:pt x="154781" y="0"/>
                    </a:cubicBezTo>
                    <a:cubicBezTo>
                      <a:pt x="240264" y="0"/>
                      <a:pt x="309562" y="69298"/>
                      <a:pt x="309562" y="15478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0F0F0"/>
                  </a:gs>
                  <a:gs pos="81000">
                    <a:srgbClr val="F5F5F5"/>
                  </a:gs>
                  <a:gs pos="100000">
                    <a:srgbClr val="F7F7F7"/>
                  </a:gs>
                </a:gsLst>
                <a:lin ang="8100000" scaled="1"/>
              </a:gradFill>
              <a:ln w="476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Dubai" panose="020B0503030403030204" pitchFamily="34" charset="-78"/>
                  <a:cs typeface="Dubai" panose="020B0503030403030204" pitchFamily="34" charset="-78"/>
                </a:endParaRPr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B4C5AA2-C696-29C2-319C-F19B30B51E6A}"/>
                  </a:ext>
                </a:extLst>
              </p:cNvPr>
              <p:cNvSpPr/>
              <p:nvPr/>
            </p:nvSpPr>
            <p:spPr>
              <a:xfrm>
                <a:off x="9797415" y="1505084"/>
                <a:ext cx="297180" cy="297179"/>
              </a:xfrm>
              <a:custGeom>
                <a:avLst/>
                <a:gdLst>
                  <a:gd name="connsiteX0" fmla="*/ 297180 w 297180"/>
                  <a:gd name="connsiteY0" fmla="*/ 148590 h 297179"/>
                  <a:gd name="connsiteX1" fmla="*/ 148591 w 297180"/>
                  <a:gd name="connsiteY1" fmla="*/ 297180 h 297179"/>
                  <a:gd name="connsiteX2" fmla="*/ 1 w 297180"/>
                  <a:gd name="connsiteY2" fmla="*/ 148590 h 297179"/>
                  <a:gd name="connsiteX3" fmla="*/ 148591 w 297180"/>
                  <a:gd name="connsiteY3" fmla="*/ 0 h 297179"/>
                  <a:gd name="connsiteX4" fmla="*/ 297180 w 297180"/>
                  <a:gd name="connsiteY4" fmla="*/ 148590 h 297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7180" h="297179">
                    <a:moveTo>
                      <a:pt x="297180" y="148590"/>
                    </a:moveTo>
                    <a:cubicBezTo>
                      <a:pt x="297180" y="230654"/>
                      <a:pt x="230655" y="297180"/>
                      <a:pt x="148591" y="297180"/>
                    </a:cubicBezTo>
                    <a:cubicBezTo>
                      <a:pt x="66527" y="297180"/>
                      <a:pt x="1" y="230654"/>
                      <a:pt x="1" y="148590"/>
                    </a:cubicBezTo>
                    <a:cubicBezTo>
                      <a:pt x="1" y="66526"/>
                      <a:pt x="66527" y="0"/>
                      <a:pt x="148591" y="0"/>
                    </a:cubicBezTo>
                    <a:cubicBezTo>
                      <a:pt x="230655" y="0"/>
                      <a:pt x="297180" y="66526"/>
                      <a:pt x="297180" y="1485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Dubai" panose="020B0503030403030204" pitchFamily="34" charset="-78"/>
                  <a:cs typeface="Dubai" panose="020B0503030403030204" pitchFamily="34" charset="-78"/>
                </a:endParaRPr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98982A2-253A-1EB9-06A9-7CEF5D13D3F7}"/>
                  </a:ext>
                </a:extLst>
              </p:cNvPr>
              <p:cNvSpPr/>
              <p:nvPr/>
            </p:nvSpPr>
            <p:spPr>
              <a:xfrm>
                <a:off x="9202102" y="3088615"/>
                <a:ext cx="1487805" cy="1487804"/>
              </a:xfrm>
              <a:custGeom>
                <a:avLst/>
                <a:gdLst>
                  <a:gd name="connsiteX0" fmla="*/ 1487805 w 1487805"/>
                  <a:gd name="connsiteY0" fmla="*/ 743902 h 1487804"/>
                  <a:gd name="connsiteX1" fmla="*/ 743903 w 1487805"/>
                  <a:gd name="connsiteY1" fmla="*/ 1487805 h 1487804"/>
                  <a:gd name="connsiteX2" fmla="*/ 1 w 1487805"/>
                  <a:gd name="connsiteY2" fmla="*/ 743902 h 1487804"/>
                  <a:gd name="connsiteX3" fmla="*/ 743903 w 1487805"/>
                  <a:gd name="connsiteY3" fmla="*/ 0 h 1487804"/>
                  <a:gd name="connsiteX4" fmla="*/ 1487805 w 1487805"/>
                  <a:gd name="connsiteY4" fmla="*/ 743902 h 1487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87805" h="1487804">
                    <a:moveTo>
                      <a:pt x="1487805" y="743902"/>
                    </a:moveTo>
                    <a:cubicBezTo>
                      <a:pt x="1487805" y="1154748"/>
                      <a:pt x="1154749" y="1487805"/>
                      <a:pt x="743903" y="1487805"/>
                    </a:cubicBezTo>
                    <a:cubicBezTo>
                      <a:pt x="333057" y="1487805"/>
                      <a:pt x="1" y="1154748"/>
                      <a:pt x="1" y="743902"/>
                    </a:cubicBezTo>
                    <a:cubicBezTo>
                      <a:pt x="1" y="333057"/>
                      <a:pt x="333058" y="0"/>
                      <a:pt x="743903" y="0"/>
                    </a:cubicBezTo>
                    <a:cubicBezTo>
                      <a:pt x="1154749" y="0"/>
                      <a:pt x="1487805" y="333057"/>
                      <a:pt x="1487805" y="743902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Dubai" panose="020B0503030403030204" pitchFamily="34" charset="-78"/>
                  <a:cs typeface="Dubai" panose="020B0503030403030204" pitchFamily="34" charset="-78"/>
                </a:endParaRPr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1E375848-377B-B654-A8DD-C343A018C250}"/>
                  </a:ext>
                </a:extLst>
              </p:cNvPr>
              <p:cNvSpPr/>
              <p:nvPr/>
            </p:nvSpPr>
            <p:spPr>
              <a:xfrm>
                <a:off x="9214008" y="3100521"/>
                <a:ext cx="1463992" cy="1463991"/>
              </a:xfrm>
              <a:custGeom>
                <a:avLst/>
                <a:gdLst>
                  <a:gd name="connsiteX0" fmla="*/ 1463993 w 1463992"/>
                  <a:gd name="connsiteY0" fmla="*/ 731996 h 1463991"/>
                  <a:gd name="connsiteX1" fmla="*/ 731997 w 1463992"/>
                  <a:gd name="connsiteY1" fmla="*/ 1463992 h 1463991"/>
                  <a:gd name="connsiteX2" fmla="*/ 1 w 1463992"/>
                  <a:gd name="connsiteY2" fmla="*/ 731996 h 1463991"/>
                  <a:gd name="connsiteX3" fmla="*/ 731997 w 1463992"/>
                  <a:gd name="connsiteY3" fmla="*/ 0 h 1463991"/>
                  <a:gd name="connsiteX4" fmla="*/ 1463993 w 1463992"/>
                  <a:gd name="connsiteY4" fmla="*/ 731996 h 14639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3992" h="1463991">
                    <a:moveTo>
                      <a:pt x="1463993" y="731996"/>
                    </a:moveTo>
                    <a:cubicBezTo>
                      <a:pt x="1463993" y="1136266"/>
                      <a:pt x="1136267" y="1463992"/>
                      <a:pt x="731997" y="1463992"/>
                    </a:cubicBezTo>
                    <a:cubicBezTo>
                      <a:pt x="327726" y="1463992"/>
                      <a:pt x="1" y="1136266"/>
                      <a:pt x="1" y="731996"/>
                    </a:cubicBezTo>
                    <a:cubicBezTo>
                      <a:pt x="1" y="327726"/>
                      <a:pt x="327726" y="0"/>
                      <a:pt x="731997" y="0"/>
                    </a:cubicBezTo>
                    <a:cubicBezTo>
                      <a:pt x="1136267" y="0"/>
                      <a:pt x="1463993" y="327726"/>
                      <a:pt x="1463993" y="731996"/>
                    </a:cubicBezTo>
                    <a:close/>
                  </a:path>
                </a:pathLst>
              </a:custGeom>
              <a:gradFill>
                <a:gsLst>
                  <a:gs pos="0">
                    <a:srgbClr val="F0F0F0"/>
                  </a:gs>
                  <a:gs pos="81000">
                    <a:srgbClr val="F5F5F5"/>
                  </a:gs>
                  <a:gs pos="100000">
                    <a:srgbClr val="F7F7F7"/>
                  </a:gs>
                </a:gsLst>
                <a:lin ang="18900000" scaled="1"/>
              </a:gradFill>
              <a:ln w="476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Dubai" panose="020B0503030403030204" pitchFamily="34" charset="-78"/>
                  <a:cs typeface="Dubai" panose="020B0503030403030204" pitchFamily="34" charset="-78"/>
                </a:endParaRPr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DE501E9A-8CD9-B84A-7529-111389AE9B4A}"/>
                  </a:ext>
                </a:extLst>
              </p:cNvPr>
              <p:cNvSpPr/>
              <p:nvPr/>
            </p:nvSpPr>
            <p:spPr>
              <a:xfrm>
                <a:off x="9374505" y="3261017"/>
                <a:ext cx="1143000" cy="1142999"/>
              </a:xfrm>
              <a:custGeom>
                <a:avLst/>
                <a:gdLst>
                  <a:gd name="connsiteX0" fmla="*/ 1143000 w 1143000"/>
                  <a:gd name="connsiteY0" fmla="*/ 571500 h 1142999"/>
                  <a:gd name="connsiteX1" fmla="*/ 571500 w 1143000"/>
                  <a:gd name="connsiteY1" fmla="*/ 1143000 h 1142999"/>
                  <a:gd name="connsiteX2" fmla="*/ 0 w 1143000"/>
                  <a:gd name="connsiteY2" fmla="*/ 571500 h 1142999"/>
                  <a:gd name="connsiteX3" fmla="*/ 571500 w 1143000"/>
                  <a:gd name="connsiteY3" fmla="*/ 0 h 1142999"/>
                  <a:gd name="connsiteX4" fmla="*/ 1143000 w 1143000"/>
                  <a:gd name="connsiteY4" fmla="*/ 571500 h 1142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3000" h="1142999">
                    <a:moveTo>
                      <a:pt x="1143000" y="571500"/>
                    </a:moveTo>
                    <a:cubicBezTo>
                      <a:pt x="1143000" y="887131"/>
                      <a:pt x="887130" y="1143000"/>
                      <a:pt x="571500" y="1143000"/>
                    </a:cubicBezTo>
                    <a:cubicBezTo>
                      <a:pt x="255869" y="1143000"/>
                      <a:pt x="0" y="887131"/>
                      <a:pt x="0" y="571500"/>
                    </a:cubicBezTo>
                    <a:cubicBezTo>
                      <a:pt x="0" y="255869"/>
                      <a:pt x="255869" y="0"/>
                      <a:pt x="571500" y="0"/>
                    </a:cubicBezTo>
                    <a:cubicBezTo>
                      <a:pt x="887130" y="0"/>
                      <a:pt x="1143000" y="255869"/>
                      <a:pt x="1143000" y="57150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476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Dubai" panose="020B0503030403030204" pitchFamily="34" charset="-78"/>
                  <a:cs typeface="Dubai" panose="020B0503030403030204" pitchFamily="34" charset="-78"/>
                </a:endParaRPr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F670A023-7967-F008-7189-B40A8DEFCA34}"/>
                  </a:ext>
                </a:extLst>
              </p:cNvPr>
              <p:cNvSpPr/>
              <p:nvPr/>
            </p:nvSpPr>
            <p:spPr>
              <a:xfrm>
                <a:off x="9332595" y="3218631"/>
                <a:ext cx="1226819" cy="1226819"/>
              </a:xfrm>
              <a:custGeom>
                <a:avLst/>
                <a:gdLst>
                  <a:gd name="connsiteX0" fmla="*/ 613410 w 1226819"/>
                  <a:gd name="connsiteY0" fmla="*/ -39 h 1226819"/>
                  <a:gd name="connsiteX1" fmla="*/ 0 w 1226819"/>
                  <a:gd name="connsiteY1" fmla="*/ 613371 h 1226819"/>
                  <a:gd name="connsiteX2" fmla="*/ 613410 w 1226819"/>
                  <a:gd name="connsiteY2" fmla="*/ 1226780 h 1226819"/>
                  <a:gd name="connsiteX3" fmla="*/ 1226820 w 1226819"/>
                  <a:gd name="connsiteY3" fmla="*/ 613371 h 1226819"/>
                  <a:gd name="connsiteX4" fmla="*/ 613410 w 1226819"/>
                  <a:gd name="connsiteY4" fmla="*/ -39 h 1226819"/>
                  <a:gd name="connsiteX5" fmla="*/ 613410 w 1226819"/>
                  <a:gd name="connsiteY5" fmla="*/ 1184871 h 1226819"/>
                  <a:gd name="connsiteX6" fmla="*/ 41910 w 1226819"/>
                  <a:gd name="connsiteY6" fmla="*/ 613371 h 1226819"/>
                  <a:gd name="connsiteX7" fmla="*/ 613410 w 1226819"/>
                  <a:gd name="connsiteY7" fmla="*/ 41871 h 1226819"/>
                  <a:gd name="connsiteX8" fmla="*/ 1184910 w 1226819"/>
                  <a:gd name="connsiteY8" fmla="*/ 613371 h 1226819"/>
                  <a:gd name="connsiteX9" fmla="*/ 613410 w 1226819"/>
                  <a:gd name="connsiteY9" fmla="*/ 1184871 h 12268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6819" h="1226819">
                    <a:moveTo>
                      <a:pt x="613410" y="-39"/>
                    </a:moveTo>
                    <a:cubicBezTo>
                      <a:pt x="274653" y="-39"/>
                      <a:pt x="0" y="274595"/>
                      <a:pt x="0" y="613371"/>
                    </a:cubicBezTo>
                    <a:cubicBezTo>
                      <a:pt x="0" y="952127"/>
                      <a:pt x="274653" y="1226780"/>
                      <a:pt x="613410" y="1226780"/>
                    </a:cubicBezTo>
                    <a:cubicBezTo>
                      <a:pt x="952166" y="1226780"/>
                      <a:pt x="1226820" y="952127"/>
                      <a:pt x="1226820" y="613371"/>
                    </a:cubicBezTo>
                    <a:cubicBezTo>
                      <a:pt x="1226820" y="274595"/>
                      <a:pt x="952166" y="-39"/>
                      <a:pt x="613410" y="-39"/>
                    </a:cubicBezTo>
                    <a:close/>
                    <a:moveTo>
                      <a:pt x="613410" y="1184871"/>
                    </a:moveTo>
                    <a:cubicBezTo>
                      <a:pt x="297799" y="1184871"/>
                      <a:pt x="41910" y="928982"/>
                      <a:pt x="41910" y="613371"/>
                    </a:cubicBezTo>
                    <a:cubicBezTo>
                      <a:pt x="41910" y="297741"/>
                      <a:pt x="297799" y="41871"/>
                      <a:pt x="613410" y="41871"/>
                    </a:cubicBezTo>
                    <a:cubicBezTo>
                      <a:pt x="929020" y="41871"/>
                      <a:pt x="1184910" y="297741"/>
                      <a:pt x="1184910" y="613371"/>
                    </a:cubicBezTo>
                    <a:cubicBezTo>
                      <a:pt x="1184910" y="928982"/>
                      <a:pt x="929020" y="1184871"/>
                      <a:pt x="613410" y="118487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6E6E6"/>
                  </a:gs>
                  <a:gs pos="23000">
                    <a:srgbClr val="F0F0F0"/>
                  </a:gs>
                  <a:gs pos="64000">
                    <a:srgbClr val="FFFFFF"/>
                  </a:gs>
                  <a:gs pos="99000">
                    <a:srgbClr val="FFFFFF"/>
                  </a:gs>
                </a:gsLst>
                <a:lin ang="18900000" scaled="1"/>
              </a:gradFill>
              <a:ln w="476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Dubai" panose="020B0503030403030204" pitchFamily="34" charset="-78"/>
                  <a:cs typeface="Dubai" panose="020B0503030403030204" pitchFamily="34" charset="-78"/>
                </a:endParaRPr>
              </a:p>
            </p:txBody>
          </p:sp>
        </p:grp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9DBD5868-1614-E1C4-50CF-6B3502664E8C}"/>
                </a:ext>
              </a:extLst>
            </p:cNvPr>
            <p:cNvSpPr/>
            <p:nvPr/>
          </p:nvSpPr>
          <p:spPr>
            <a:xfrm>
              <a:off x="5356859" y="3088615"/>
              <a:ext cx="1487805" cy="1487804"/>
            </a:xfrm>
            <a:custGeom>
              <a:avLst/>
              <a:gdLst>
                <a:gd name="connsiteX0" fmla="*/ 1487805 w 1487805"/>
                <a:gd name="connsiteY0" fmla="*/ 743902 h 1487804"/>
                <a:gd name="connsiteX1" fmla="*/ 743903 w 1487805"/>
                <a:gd name="connsiteY1" fmla="*/ 1487805 h 1487804"/>
                <a:gd name="connsiteX2" fmla="*/ 0 w 1487805"/>
                <a:gd name="connsiteY2" fmla="*/ 743902 h 1487804"/>
                <a:gd name="connsiteX3" fmla="*/ 743903 w 1487805"/>
                <a:gd name="connsiteY3" fmla="*/ 0 h 1487804"/>
                <a:gd name="connsiteX4" fmla="*/ 1487805 w 1487805"/>
                <a:gd name="connsiteY4" fmla="*/ 743902 h 1487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7805" h="1487804">
                  <a:moveTo>
                    <a:pt x="1487805" y="743902"/>
                  </a:moveTo>
                  <a:cubicBezTo>
                    <a:pt x="1487805" y="1154748"/>
                    <a:pt x="1154748" y="1487805"/>
                    <a:pt x="743903" y="1487805"/>
                  </a:cubicBezTo>
                  <a:cubicBezTo>
                    <a:pt x="333057" y="1487805"/>
                    <a:pt x="0" y="1154748"/>
                    <a:pt x="0" y="743902"/>
                  </a:cubicBezTo>
                  <a:cubicBezTo>
                    <a:pt x="0" y="333057"/>
                    <a:pt x="333057" y="0"/>
                    <a:pt x="743903" y="0"/>
                  </a:cubicBezTo>
                  <a:cubicBezTo>
                    <a:pt x="1154749" y="0"/>
                    <a:pt x="1487805" y="333057"/>
                    <a:pt x="1487805" y="743902"/>
                  </a:cubicBezTo>
                  <a:close/>
                </a:path>
              </a:pathLst>
            </a:custGeom>
            <a:solidFill>
              <a:srgbClr val="FFFFFF"/>
            </a:solidFill>
            <a:ln w="476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Dubai" panose="020B0503030403030204" pitchFamily="34" charset="-78"/>
                <a:cs typeface="Dubai" panose="020B0503030403030204" pitchFamily="34" charset="-78"/>
              </a:endParaRPr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5FD1E45B-F80F-7F3F-F1DB-600DF7A672E4}"/>
                </a:ext>
              </a:extLst>
            </p:cNvPr>
            <p:cNvSpPr/>
            <p:nvPr/>
          </p:nvSpPr>
          <p:spPr>
            <a:xfrm>
              <a:off x="5368766" y="3100521"/>
              <a:ext cx="1463992" cy="1463991"/>
            </a:xfrm>
            <a:custGeom>
              <a:avLst/>
              <a:gdLst>
                <a:gd name="connsiteX0" fmla="*/ 1463993 w 1463992"/>
                <a:gd name="connsiteY0" fmla="*/ 731996 h 1463991"/>
                <a:gd name="connsiteX1" fmla="*/ 731997 w 1463992"/>
                <a:gd name="connsiteY1" fmla="*/ 1463992 h 1463991"/>
                <a:gd name="connsiteX2" fmla="*/ 0 w 1463992"/>
                <a:gd name="connsiteY2" fmla="*/ 731996 h 1463991"/>
                <a:gd name="connsiteX3" fmla="*/ 731997 w 1463992"/>
                <a:gd name="connsiteY3" fmla="*/ 0 h 1463991"/>
                <a:gd name="connsiteX4" fmla="*/ 1463993 w 1463992"/>
                <a:gd name="connsiteY4" fmla="*/ 731996 h 1463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3992" h="1463991">
                  <a:moveTo>
                    <a:pt x="1463993" y="731996"/>
                  </a:moveTo>
                  <a:cubicBezTo>
                    <a:pt x="1463993" y="1136266"/>
                    <a:pt x="1136267" y="1463992"/>
                    <a:pt x="731997" y="1463992"/>
                  </a:cubicBezTo>
                  <a:cubicBezTo>
                    <a:pt x="327726" y="1463992"/>
                    <a:pt x="0" y="1136266"/>
                    <a:pt x="0" y="731996"/>
                  </a:cubicBezTo>
                  <a:cubicBezTo>
                    <a:pt x="0" y="327726"/>
                    <a:pt x="327726" y="0"/>
                    <a:pt x="731997" y="0"/>
                  </a:cubicBezTo>
                  <a:cubicBezTo>
                    <a:pt x="1136267" y="0"/>
                    <a:pt x="1463993" y="327726"/>
                    <a:pt x="1463993" y="731996"/>
                  </a:cubicBezTo>
                  <a:close/>
                </a:path>
              </a:pathLst>
            </a:custGeom>
            <a:gradFill>
              <a:gsLst>
                <a:gs pos="0">
                  <a:srgbClr val="F0F0F0"/>
                </a:gs>
                <a:gs pos="81000">
                  <a:srgbClr val="F5F5F5"/>
                </a:gs>
                <a:gs pos="100000">
                  <a:srgbClr val="F7F7F7"/>
                </a:gs>
              </a:gsLst>
              <a:lin ang="18899528" scaled="1"/>
            </a:gradFill>
            <a:ln w="476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Dubai" panose="020B0503030403030204" pitchFamily="34" charset="-78"/>
                <a:cs typeface="Dubai" panose="020B0503030403030204" pitchFamily="34" charset="-78"/>
              </a:endParaRPr>
            </a:p>
          </p:txBody>
        </p: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B0F62E48-6989-8868-C675-852A5F26E5B7}"/>
                </a:ext>
              </a:extLst>
            </p:cNvPr>
            <p:cNvGrpSpPr/>
            <p:nvPr/>
          </p:nvGrpSpPr>
          <p:grpSpPr>
            <a:xfrm>
              <a:off x="5388262" y="1117893"/>
              <a:ext cx="1428751" cy="3427095"/>
              <a:chOff x="5385435" y="1117893"/>
              <a:chExt cx="1428751" cy="3427095"/>
            </a:xfrm>
          </p:grpSpPr>
          <p:grpSp>
            <p:nvGrpSpPr>
              <p:cNvPr id="145" name="Group 144">
                <a:extLst>
                  <a:ext uri="{FF2B5EF4-FFF2-40B4-BE49-F238E27FC236}">
                    <a16:creationId xmlns:a16="http://schemas.microsoft.com/office/drawing/2014/main" id="{948E9FE3-631E-3A3A-8FEA-0A9E16571A02}"/>
                  </a:ext>
                </a:extLst>
              </p:cNvPr>
              <p:cNvGrpSpPr/>
              <p:nvPr/>
            </p:nvGrpSpPr>
            <p:grpSpPr>
              <a:xfrm>
                <a:off x="5671185" y="1224573"/>
                <a:ext cx="857250" cy="857249"/>
                <a:chOff x="5671185" y="1161073"/>
                <a:chExt cx="857250" cy="857249"/>
              </a:xfrm>
              <a:solidFill>
                <a:schemeClr val="accent3"/>
              </a:solidFill>
            </p:grpSpPr>
            <p:sp>
              <p:nvSpPr>
                <p:cNvPr id="152" name="Freeform: Shape 151">
                  <a:extLst>
                    <a:ext uri="{FF2B5EF4-FFF2-40B4-BE49-F238E27FC236}">
                      <a16:creationId xmlns:a16="http://schemas.microsoft.com/office/drawing/2014/main" id="{4D8CF67C-4CE4-EB99-CDF2-C90E6F050358}"/>
                    </a:ext>
                  </a:extLst>
                </p:cNvPr>
                <p:cNvSpPr/>
                <p:nvPr/>
              </p:nvSpPr>
              <p:spPr>
                <a:xfrm>
                  <a:off x="6099810" y="1589698"/>
                  <a:ext cx="428625" cy="428624"/>
                </a:xfrm>
                <a:custGeom>
                  <a:avLst/>
                  <a:gdLst>
                    <a:gd name="connsiteX0" fmla="*/ 0 w 428625"/>
                    <a:gd name="connsiteY0" fmla="*/ 428586 h 428624"/>
                    <a:gd name="connsiteX1" fmla="*/ 0 w 428625"/>
                    <a:gd name="connsiteY1" fmla="*/ 285711 h 428624"/>
                    <a:gd name="connsiteX2" fmla="*/ 285750 w 428625"/>
                    <a:gd name="connsiteY2" fmla="*/ -39 h 428624"/>
                    <a:gd name="connsiteX3" fmla="*/ 428625 w 428625"/>
                    <a:gd name="connsiteY3" fmla="*/ -39 h 428624"/>
                    <a:gd name="connsiteX4" fmla="*/ 0 w 428625"/>
                    <a:gd name="connsiteY4" fmla="*/ 428586 h 4286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28625" h="428624">
                      <a:moveTo>
                        <a:pt x="0" y="428586"/>
                      </a:moveTo>
                      <a:lnTo>
                        <a:pt x="0" y="285711"/>
                      </a:lnTo>
                      <a:cubicBezTo>
                        <a:pt x="157829" y="285711"/>
                        <a:pt x="285750" y="157776"/>
                        <a:pt x="285750" y="-39"/>
                      </a:cubicBezTo>
                      <a:lnTo>
                        <a:pt x="428625" y="-39"/>
                      </a:lnTo>
                      <a:cubicBezTo>
                        <a:pt x="428625" y="236686"/>
                        <a:pt x="236744" y="428586"/>
                        <a:pt x="0" y="428586"/>
                      </a:cubicBezTo>
                      <a:close/>
                    </a:path>
                  </a:pathLst>
                </a:custGeom>
                <a:grpFill/>
                <a:ln w="476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>
                    <a:latin typeface="Dubai" panose="020B0503030403030204" pitchFamily="34" charset="-78"/>
                    <a:cs typeface="Dubai" panose="020B0503030403030204" pitchFamily="34" charset="-78"/>
                  </a:endParaRPr>
                </a:p>
              </p:txBody>
            </p:sp>
            <p:sp>
              <p:nvSpPr>
                <p:cNvPr id="153" name="Freeform: Shape 152">
                  <a:extLst>
                    <a:ext uri="{FF2B5EF4-FFF2-40B4-BE49-F238E27FC236}">
                      <a16:creationId xmlns:a16="http://schemas.microsoft.com/office/drawing/2014/main" id="{8AC4DEB0-22F1-AFBF-C529-E861E3495CC7}"/>
                    </a:ext>
                  </a:extLst>
                </p:cNvPr>
                <p:cNvSpPr/>
                <p:nvPr/>
              </p:nvSpPr>
              <p:spPr>
                <a:xfrm>
                  <a:off x="5671185" y="1161073"/>
                  <a:ext cx="428625" cy="428624"/>
                </a:xfrm>
                <a:custGeom>
                  <a:avLst/>
                  <a:gdLst>
                    <a:gd name="connsiteX0" fmla="*/ 142875 w 428625"/>
                    <a:gd name="connsiteY0" fmla="*/ 428586 h 428624"/>
                    <a:gd name="connsiteX1" fmla="*/ 0 w 428625"/>
                    <a:gd name="connsiteY1" fmla="*/ 428586 h 428624"/>
                    <a:gd name="connsiteX2" fmla="*/ 428625 w 428625"/>
                    <a:gd name="connsiteY2" fmla="*/ -39 h 428624"/>
                    <a:gd name="connsiteX3" fmla="*/ 428625 w 428625"/>
                    <a:gd name="connsiteY3" fmla="*/ 142836 h 428624"/>
                    <a:gd name="connsiteX4" fmla="*/ 142875 w 428625"/>
                    <a:gd name="connsiteY4" fmla="*/ 428586 h 4286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28625" h="428624">
                      <a:moveTo>
                        <a:pt x="142875" y="428586"/>
                      </a:moveTo>
                      <a:lnTo>
                        <a:pt x="0" y="428586"/>
                      </a:lnTo>
                      <a:cubicBezTo>
                        <a:pt x="0" y="191861"/>
                        <a:pt x="191881" y="-39"/>
                        <a:pt x="428625" y="-39"/>
                      </a:cubicBezTo>
                      <a:lnTo>
                        <a:pt x="428625" y="142836"/>
                      </a:lnTo>
                      <a:cubicBezTo>
                        <a:pt x="270796" y="142836"/>
                        <a:pt x="142875" y="270771"/>
                        <a:pt x="142875" y="428586"/>
                      </a:cubicBezTo>
                      <a:close/>
                    </a:path>
                  </a:pathLst>
                </a:custGeom>
                <a:grpFill/>
                <a:ln w="476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>
                    <a:latin typeface="Dubai" panose="020B0503030403030204" pitchFamily="34" charset="-78"/>
                    <a:cs typeface="Dubai" panose="020B0503030403030204" pitchFamily="34" charset="-78"/>
                  </a:endParaRPr>
                </a:p>
              </p:txBody>
            </p:sp>
            <p:sp>
              <p:nvSpPr>
                <p:cNvPr id="154" name="Freeform: Shape 153">
                  <a:extLst>
                    <a:ext uri="{FF2B5EF4-FFF2-40B4-BE49-F238E27FC236}">
                      <a16:creationId xmlns:a16="http://schemas.microsoft.com/office/drawing/2014/main" id="{AF99FBCD-7CA8-7E86-EF16-3784E6BBE587}"/>
                    </a:ext>
                  </a:extLst>
                </p:cNvPr>
                <p:cNvSpPr/>
                <p:nvPr/>
              </p:nvSpPr>
              <p:spPr>
                <a:xfrm>
                  <a:off x="6028372" y="1161073"/>
                  <a:ext cx="500062" cy="500062"/>
                </a:xfrm>
                <a:custGeom>
                  <a:avLst/>
                  <a:gdLst>
                    <a:gd name="connsiteX0" fmla="*/ 428625 w 500062"/>
                    <a:gd name="connsiteY0" fmla="*/ 500023 h 500062"/>
                    <a:gd name="connsiteX1" fmla="*/ 357188 w 500062"/>
                    <a:gd name="connsiteY1" fmla="*/ 428586 h 500062"/>
                    <a:gd name="connsiteX2" fmla="*/ 71438 w 500062"/>
                    <a:gd name="connsiteY2" fmla="*/ 142836 h 500062"/>
                    <a:gd name="connsiteX3" fmla="*/ 0 w 500062"/>
                    <a:gd name="connsiteY3" fmla="*/ 71399 h 500062"/>
                    <a:gd name="connsiteX4" fmla="*/ 71438 w 500062"/>
                    <a:gd name="connsiteY4" fmla="*/ -39 h 500062"/>
                    <a:gd name="connsiteX5" fmla="*/ 500063 w 500062"/>
                    <a:gd name="connsiteY5" fmla="*/ 428586 h 500062"/>
                    <a:gd name="connsiteX6" fmla="*/ 428625 w 500062"/>
                    <a:gd name="connsiteY6" fmla="*/ 500023 h 5000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00062" h="500062">
                      <a:moveTo>
                        <a:pt x="428625" y="500023"/>
                      </a:moveTo>
                      <a:cubicBezTo>
                        <a:pt x="389191" y="500023"/>
                        <a:pt x="357188" y="468038"/>
                        <a:pt x="357188" y="428586"/>
                      </a:cubicBezTo>
                      <a:cubicBezTo>
                        <a:pt x="357188" y="270771"/>
                        <a:pt x="229267" y="142836"/>
                        <a:pt x="71438" y="142836"/>
                      </a:cubicBezTo>
                      <a:cubicBezTo>
                        <a:pt x="32004" y="142836"/>
                        <a:pt x="0" y="110851"/>
                        <a:pt x="0" y="71399"/>
                      </a:cubicBezTo>
                      <a:cubicBezTo>
                        <a:pt x="0" y="31946"/>
                        <a:pt x="32004" y="-39"/>
                        <a:pt x="71438" y="-39"/>
                      </a:cubicBezTo>
                      <a:cubicBezTo>
                        <a:pt x="308181" y="-39"/>
                        <a:pt x="500063" y="191861"/>
                        <a:pt x="500063" y="428586"/>
                      </a:cubicBezTo>
                      <a:cubicBezTo>
                        <a:pt x="500063" y="468038"/>
                        <a:pt x="468059" y="500023"/>
                        <a:pt x="428625" y="500023"/>
                      </a:cubicBezTo>
                      <a:close/>
                    </a:path>
                  </a:pathLst>
                </a:custGeom>
                <a:grpFill/>
                <a:ln w="476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>
                    <a:latin typeface="Dubai" panose="020B0503030403030204" pitchFamily="34" charset="-78"/>
                    <a:cs typeface="Dubai" panose="020B0503030403030204" pitchFamily="34" charset="-78"/>
                  </a:endParaRPr>
                </a:p>
              </p:txBody>
            </p:sp>
            <p:sp>
              <p:nvSpPr>
                <p:cNvPr id="155" name="Freeform: Shape 154">
                  <a:extLst>
                    <a:ext uri="{FF2B5EF4-FFF2-40B4-BE49-F238E27FC236}">
                      <a16:creationId xmlns:a16="http://schemas.microsoft.com/office/drawing/2014/main" id="{8632B19F-4B1E-828D-91C0-E47CA8C7A149}"/>
                    </a:ext>
                  </a:extLst>
                </p:cNvPr>
                <p:cNvSpPr/>
                <p:nvPr/>
              </p:nvSpPr>
              <p:spPr>
                <a:xfrm>
                  <a:off x="5671185" y="1518260"/>
                  <a:ext cx="500062" cy="500062"/>
                </a:xfrm>
                <a:custGeom>
                  <a:avLst/>
                  <a:gdLst>
                    <a:gd name="connsiteX0" fmla="*/ 428625 w 500062"/>
                    <a:gd name="connsiteY0" fmla="*/ 500023 h 500062"/>
                    <a:gd name="connsiteX1" fmla="*/ 0 w 500062"/>
                    <a:gd name="connsiteY1" fmla="*/ 71399 h 500062"/>
                    <a:gd name="connsiteX2" fmla="*/ 71438 w 500062"/>
                    <a:gd name="connsiteY2" fmla="*/ -39 h 500062"/>
                    <a:gd name="connsiteX3" fmla="*/ 142875 w 500062"/>
                    <a:gd name="connsiteY3" fmla="*/ 71399 h 500062"/>
                    <a:gd name="connsiteX4" fmla="*/ 428625 w 500062"/>
                    <a:gd name="connsiteY4" fmla="*/ 357149 h 500062"/>
                    <a:gd name="connsiteX5" fmla="*/ 500063 w 500062"/>
                    <a:gd name="connsiteY5" fmla="*/ 428586 h 500062"/>
                    <a:gd name="connsiteX6" fmla="*/ 428625 w 500062"/>
                    <a:gd name="connsiteY6" fmla="*/ 500023 h 5000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00062" h="500062">
                      <a:moveTo>
                        <a:pt x="428625" y="500023"/>
                      </a:moveTo>
                      <a:cubicBezTo>
                        <a:pt x="191881" y="500023"/>
                        <a:pt x="0" y="308123"/>
                        <a:pt x="0" y="71399"/>
                      </a:cubicBezTo>
                      <a:cubicBezTo>
                        <a:pt x="0" y="31946"/>
                        <a:pt x="32004" y="-39"/>
                        <a:pt x="71438" y="-39"/>
                      </a:cubicBezTo>
                      <a:cubicBezTo>
                        <a:pt x="110871" y="-39"/>
                        <a:pt x="142875" y="31946"/>
                        <a:pt x="142875" y="71399"/>
                      </a:cubicBezTo>
                      <a:cubicBezTo>
                        <a:pt x="142875" y="229214"/>
                        <a:pt x="270796" y="357149"/>
                        <a:pt x="428625" y="357149"/>
                      </a:cubicBezTo>
                      <a:cubicBezTo>
                        <a:pt x="468059" y="357149"/>
                        <a:pt x="500063" y="389133"/>
                        <a:pt x="500063" y="428586"/>
                      </a:cubicBezTo>
                      <a:cubicBezTo>
                        <a:pt x="500063" y="468038"/>
                        <a:pt x="468059" y="500023"/>
                        <a:pt x="428625" y="500023"/>
                      </a:cubicBezTo>
                      <a:close/>
                    </a:path>
                  </a:pathLst>
                </a:custGeom>
                <a:grpFill/>
                <a:ln w="476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>
                    <a:latin typeface="Dubai" panose="020B0503030403030204" pitchFamily="34" charset="-78"/>
                    <a:cs typeface="Dubai" panose="020B0503030403030204" pitchFamily="34" charset="-78"/>
                  </a:endParaRPr>
                </a:p>
              </p:txBody>
            </p:sp>
          </p:grp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BD2060D8-106B-E808-1F6D-55429DD9AD9F}"/>
                  </a:ext>
                </a:extLst>
              </p:cNvPr>
              <p:cNvSpPr/>
              <p:nvPr/>
            </p:nvSpPr>
            <p:spPr>
              <a:xfrm>
                <a:off x="5564028" y="1117893"/>
                <a:ext cx="1071562" cy="1071562"/>
              </a:xfrm>
              <a:custGeom>
                <a:avLst/>
                <a:gdLst>
                  <a:gd name="connsiteX0" fmla="*/ 1071563 w 1071562"/>
                  <a:gd name="connsiteY0" fmla="*/ 535781 h 1071562"/>
                  <a:gd name="connsiteX1" fmla="*/ 535781 w 1071562"/>
                  <a:gd name="connsiteY1" fmla="*/ 1071562 h 1071562"/>
                  <a:gd name="connsiteX2" fmla="*/ 0 w 1071562"/>
                  <a:gd name="connsiteY2" fmla="*/ 535781 h 1071562"/>
                  <a:gd name="connsiteX3" fmla="*/ 535781 w 1071562"/>
                  <a:gd name="connsiteY3" fmla="*/ 0 h 1071562"/>
                  <a:gd name="connsiteX4" fmla="*/ 1071563 w 1071562"/>
                  <a:gd name="connsiteY4" fmla="*/ 535781 h 10715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562" h="1071562">
                    <a:moveTo>
                      <a:pt x="1071563" y="535781"/>
                    </a:moveTo>
                    <a:cubicBezTo>
                      <a:pt x="1071563" y="831685"/>
                      <a:pt x="831686" y="1071562"/>
                      <a:pt x="535781" y="1071562"/>
                    </a:cubicBezTo>
                    <a:cubicBezTo>
                      <a:pt x="239878" y="1071562"/>
                      <a:pt x="0" y="831685"/>
                      <a:pt x="0" y="535781"/>
                    </a:cubicBezTo>
                    <a:cubicBezTo>
                      <a:pt x="0" y="239877"/>
                      <a:pt x="239878" y="0"/>
                      <a:pt x="535781" y="0"/>
                    </a:cubicBezTo>
                    <a:cubicBezTo>
                      <a:pt x="831686" y="0"/>
                      <a:pt x="1071563" y="239877"/>
                      <a:pt x="1071563" y="535781"/>
                    </a:cubicBezTo>
                    <a:close/>
                  </a:path>
                </a:pathLst>
              </a:custGeom>
              <a:noFill/>
              <a:ln w="11906" cap="flat">
                <a:solidFill>
                  <a:schemeClr val="bg1">
                    <a:lumMod val="8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Dubai" panose="020B0503030403030204" pitchFamily="34" charset="-78"/>
                  <a:cs typeface="Dubai" panose="020B0503030403030204" pitchFamily="34" charset="-78"/>
                </a:endParaRPr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B03F85D2-47C7-2A27-BB33-08C1ADD1AE05}"/>
                  </a:ext>
                </a:extLst>
              </p:cNvPr>
              <p:cNvSpPr/>
              <p:nvPr/>
            </p:nvSpPr>
            <p:spPr>
              <a:xfrm>
                <a:off x="5385435" y="1442886"/>
                <a:ext cx="1428751" cy="3102102"/>
              </a:xfrm>
              <a:custGeom>
                <a:avLst/>
                <a:gdLst>
                  <a:gd name="connsiteX0" fmla="*/ 0 w 1428751"/>
                  <a:gd name="connsiteY0" fmla="*/ 2389116 h 3102102"/>
                  <a:gd name="connsiteX1" fmla="*/ 715804 w 1428751"/>
                  <a:gd name="connsiteY1" fmla="*/ 3102062 h 3102102"/>
                  <a:gd name="connsiteX2" fmla="*/ 1428750 w 1428751"/>
                  <a:gd name="connsiteY2" fmla="*/ 2386287 h 3102102"/>
                  <a:gd name="connsiteX3" fmla="*/ 1190625 w 1428751"/>
                  <a:gd name="connsiteY3" fmla="*/ 1855240 h 3102102"/>
                  <a:gd name="connsiteX4" fmla="*/ 1190625 w 1428751"/>
                  <a:gd name="connsiteY4" fmla="*/ 1855240 h 3102102"/>
                  <a:gd name="connsiteX5" fmla="*/ 889159 w 1428751"/>
                  <a:gd name="connsiteY5" fmla="*/ 326002 h 3102102"/>
                  <a:gd name="connsiteX6" fmla="*/ 889159 w 1428751"/>
                  <a:gd name="connsiteY6" fmla="*/ 326002 h 3102102"/>
                  <a:gd name="connsiteX7" fmla="*/ 834152 w 1428751"/>
                  <a:gd name="connsiteY7" fmla="*/ 36170 h 3102102"/>
                  <a:gd name="connsiteX8" fmla="*/ 544354 w 1428751"/>
                  <a:gd name="connsiteY8" fmla="*/ 91158 h 3102102"/>
                  <a:gd name="connsiteX9" fmla="*/ 508159 w 1428751"/>
                  <a:gd name="connsiteY9" fmla="*/ 210273 h 3102102"/>
                  <a:gd name="connsiteX10" fmla="*/ 543401 w 1428751"/>
                  <a:gd name="connsiteY10" fmla="*/ 326002 h 3102102"/>
                  <a:gd name="connsiteX11" fmla="*/ 543401 w 1428751"/>
                  <a:gd name="connsiteY11" fmla="*/ 326002 h 3102102"/>
                  <a:gd name="connsiteX12" fmla="*/ 241935 w 1428751"/>
                  <a:gd name="connsiteY12" fmla="*/ 1855240 h 3102102"/>
                  <a:gd name="connsiteX13" fmla="*/ 241935 w 1428751"/>
                  <a:gd name="connsiteY13" fmla="*/ 1855240 h 3102102"/>
                  <a:gd name="connsiteX14" fmla="*/ 0 w 1428751"/>
                  <a:gd name="connsiteY14" fmla="*/ 2389116 h 3102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428751" h="3102102">
                    <a:moveTo>
                      <a:pt x="0" y="2389116"/>
                    </a:moveTo>
                    <a:cubicBezTo>
                      <a:pt x="762" y="2783641"/>
                      <a:pt x="321230" y="3102872"/>
                      <a:pt x="715804" y="3102062"/>
                    </a:cubicBezTo>
                    <a:cubicBezTo>
                      <a:pt x="1110329" y="3101300"/>
                      <a:pt x="1429512" y="2780831"/>
                      <a:pt x="1428750" y="2386287"/>
                    </a:cubicBezTo>
                    <a:cubicBezTo>
                      <a:pt x="1428369" y="2183500"/>
                      <a:pt x="1341787" y="1990433"/>
                      <a:pt x="1190625" y="1855240"/>
                    </a:cubicBezTo>
                    <a:lnTo>
                      <a:pt x="1190625" y="1855240"/>
                    </a:lnTo>
                    <a:cubicBezTo>
                      <a:pt x="609600" y="1338985"/>
                      <a:pt x="762000" y="514597"/>
                      <a:pt x="889159" y="326002"/>
                    </a:cubicBezTo>
                    <a:lnTo>
                      <a:pt x="889159" y="326002"/>
                    </a:lnTo>
                    <a:cubicBezTo>
                      <a:pt x="954024" y="230780"/>
                      <a:pt x="929402" y="101021"/>
                      <a:pt x="834152" y="36170"/>
                    </a:cubicBezTo>
                    <a:cubicBezTo>
                      <a:pt x="738949" y="-28681"/>
                      <a:pt x="609171" y="-4063"/>
                      <a:pt x="544354" y="91158"/>
                    </a:cubicBezTo>
                    <a:cubicBezTo>
                      <a:pt x="520446" y="126253"/>
                      <a:pt x="507825" y="167810"/>
                      <a:pt x="508159" y="210273"/>
                    </a:cubicBezTo>
                    <a:cubicBezTo>
                      <a:pt x="508063" y="251507"/>
                      <a:pt x="520351" y="291816"/>
                      <a:pt x="543401" y="326002"/>
                    </a:cubicBezTo>
                    <a:lnTo>
                      <a:pt x="543401" y="326002"/>
                    </a:lnTo>
                    <a:cubicBezTo>
                      <a:pt x="669131" y="516502"/>
                      <a:pt x="822484" y="1338985"/>
                      <a:pt x="241935" y="1855240"/>
                    </a:cubicBezTo>
                    <a:lnTo>
                      <a:pt x="241935" y="1855240"/>
                    </a:lnTo>
                    <a:cubicBezTo>
                      <a:pt x="88630" y="1990399"/>
                      <a:pt x="572" y="2184743"/>
                      <a:pt x="0" y="2389116"/>
                    </a:cubicBezTo>
                    <a:close/>
                  </a:path>
                </a:pathLst>
              </a:custGeom>
              <a:solidFill>
                <a:srgbClr val="F2F2F2"/>
              </a:solidFill>
              <a:ln w="476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Dubai" panose="020B0503030403030204" pitchFamily="34" charset="-78"/>
                  <a:cs typeface="Dubai" panose="020B0503030403030204" pitchFamily="34" charset="-78"/>
                </a:endParaRPr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A0E3D5CF-78E4-D283-E6C6-F988846DBA1F}"/>
                  </a:ext>
                </a:extLst>
              </p:cNvPr>
              <p:cNvSpPr/>
              <p:nvPr/>
            </p:nvSpPr>
            <p:spPr>
              <a:xfrm>
                <a:off x="5945028" y="1498893"/>
                <a:ext cx="309562" cy="309562"/>
              </a:xfrm>
              <a:custGeom>
                <a:avLst/>
                <a:gdLst>
                  <a:gd name="connsiteX0" fmla="*/ 309563 w 309562"/>
                  <a:gd name="connsiteY0" fmla="*/ 154781 h 309562"/>
                  <a:gd name="connsiteX1" fmla="*/ 154781 w 309562"/>
                  <a:gd name="connsiteY1" fmla="*/ 309562 h 309562"/>
                  <a:gd name="connsiteX2" fmla="*/ 0 w 309562"/>
                  <a:gd name="connsiteY2" fmla="*/ 154781 h 309562"/>
                  <a:gd name="connsiteX3" fmla="*/ 154781 w 309562"/>
                  <a:gd name="connsiteY3" fmla="*/ 0 h 309562"/>
                  <a:gd name="connsiteX4" fmla="*/ 309563 w 309562"/>
                  <a:gd name="connsiteY4" fmla="*/ 154781 h 3095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9562" h="309562">
                    <a:moveTo>
                      <a:pt x="309563" y="154781"/>
                    </a:moveTo>
                    <a:cubicBezTo>
                      <a:pt x="309563" y="240265"/>
                      <a:pt x="240264" y="309562"/>
                      <a:pt x="154781" y="309562"/>
                    </a:cubicBezTo>
                    <a:cubicBezTo>
                      <a:pt x="69298" y="309562"/>
                      <a:pt x="0" y="240265"/>
                      <a:pt x="0" y="154781"/>
                    </a:cubicBezTo>
                    <a:cubicBezTo>
                      <a:pt x="0" y="69298"/>
                      <a:pt x="69298" y="0"/>
                      <a:pt x="154781" y="0"/>
                    </a:cubicBezTo>
                    <a:cubicBezTo>
                      <a:pt x="240264" y="0"/>
                      <a:pt x="309563" y="69298"/>
                      <a:pt x="309563" y="15478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0F0F0"/>
                  </a:gs>
                  <a:gs pos="81000">
                    <a:srgbClr val="F5F5F5"/>
                  </a:gs>
                  <a:gs pos="100000">
                    <a:srgbClr val="F7F7F7"/>
                  </a:gs>
                </a:gsLst>
                <a:lin ang="8096259" scaled="1"/>
              </a:gradFill>
              <a:ln w="476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Dubai" panose="020B0503030403030204" pitchFamily="34" charset="-78"/>
                  <a:cs typeface="Dubai" panose="020B0503030403030204" pitchFamily="34" charset="-78"/>
                </a:endParaRPr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25DB3A31-77C0-CCA3-B2A0-20D15676EF97}"/>
                  </a:ext>
                </a:extLst>
              </p:cNvPr>
              <p:cNvSpPr/>
              <p:nvPr/>
            </p:nvSpPr>
            <p:spPr>
              <a:xfrm>
                <a:off x="5951220" y="1505084"/>
                <a:ext cx="297180" cy="297179"/>
              </a:xfrm>
              <a:custGeom>
                <a:avLst/>
                <a:gdLst>
                  <a:gd name="connsiteX0" fmla="*/ 297180 w 297180"/>
                  <a:gd name="connsiteY0" fmla="*/ 148590 h 297179"/>
                  <a:gd name="connsiteX1" fmla="*/ 148590 w 297180"/>
                  <a:gd name="connsiteY1" fmla="*/ 297180 h 297179"/>
                  <a:gd name="connsiteX2" fmla="*/ 0 w 297180"/>
                  <a:gd name="connsiteY2" fmla="*/ 148590 h 297179"/>
                  <a:gd name="connsiteX3" fmla="*/ 148590 w 297180"/>
                  <a:gd name="connsiteY3" fmla="*/ 0 h 297179"/>
                  <a:gd name="connsiteX4" fmla="*/ 297180 w 297180"/>
                  <a:gd name="connsiteY4" fmla="*/ 148590 h 297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7180" h="297179">
                    <a:moveTo>
                      <a:pt x="297180" y="148590"/>
                    </a:moveTo>
                    <a:cubicBezTo>
                      <a:pt x="297180" y="230654"/>
                      <a:pt x="230654" y="297180"/>
                      <a:pt x="148590" y="297180"/>
                    </a:cubicBezTo>
                    <a:cubicBezTo>
                      <a:pt x="66526" y="297180"/>
                      <a:pt x="0" y="230654"/>
                      <a:pt x="0" y="148590"/>
                    </a:cubicBezTo>
                    <a:cubicBezTo>
                      <a:pt x="0" y="66526"/>
                      <a:pt x="66526" y="0"/>
                      <a:pt x="148590" y="0"/>
                    </a:cubicBezTo>
                    <a:cubicBezTo>
                      <a:pt x="230654" y="0"/>
                      <a:pt x="297180" y="66526"/>
                      <a:pt x="297180" y="1485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Dubai" panose="020B0503030403030204" pitchFamily="34" charset="-78"/>
                  <a:cs typeface="Dubai" panose="020B0503030403030204" pitchFamily="34" charset="-78"/>
                </a:endParaRPr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EFF655BD-7A84-427A-3F3D-2EF9955E7296}"/>
                  </a:ext>
                </a:extLst>
              </p:cNvPr>
              <p:cNvSpPr/>
              <p:nvPr/>
            </p:nvSpPr>
            <p:spPr>
              <a:xfrm>
                <a:off x="5529262" y="3261017"/>
                <a:ext cx="1143000" cy="1142999"/>
              </a:xfrm>
              <a:custGeom>
                <a:avLst/>
                <a:gdLst>
                  <a:gd name="connsiteX0" fmla="*/ 1143000 w 1143000"/>
                  <a:gd name="connsiteY0" fmla="*/ 571500 h 1142999"/>
                  <a:gd name="connsiteX1" fmla="*/ 571500 w 1143000"/>
                  <a:gd name="connsiteY1" fmla="*/ 1143000 h 1142999"/>
                  <a:gd name="connsiteX2" fmla="*/ 0 w 1143000"/>
                  <a:gd name="connsiteY2" fmla="*/ 571500 h 1142999"/>
                  <a:gd name="connsiteX3" fmla="*/ 571500 w 1143000"/>
                  <a:gd name="connsiteY3" fmla="*/ 0 h 1142999"/>
                  <a:gd name="connsiteX4" fmla="*/ 1143000 w 1143000"/>
                  <a:gd name="connsiteY4" fmla="*/ 571500 h 1142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3000" h="1142999">
                    <a:moveTo>
                      <a:pt x="1143000" y="571500"/>
                    </a:moveTo>
                    <a:cubicBezTo>
                      <a:pt x="1143000" y="887131"/>
                      <a:pt x="887131" y="1143000"/>
                      <a:pt x="571500" y="1143000"/>
                    </a:cubicBezTo>
                    <a:cubicBezTo>
                      <a:pt x="255869" y="1143000"/>
                      <a:pt x="0" y="887131"/>
                      <a:pt x="0" y="571500"/>
                    </a:cubicBezTo>
                    <a:cubicBezTo>
                      <a:pt x="0" y="255869"/>
                      <a:pt x="255869" y="0"/>
                      <a:pt x="571500" y="0"/>
                    </a:cubicBezTo>
                    <a:cubicBezTo>
                      <a:pt x="887131" y="0"/>
                      <a:pt x="1143000" y="255869"/>
                      <a:pt x="1143000" y="57150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476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Dubai" panose="020B0503030403030204" pitchFamily="34" charset="-78"/>
                  <a:cs typeface="Dubai" panose="020B0503030403030204" pitchFamily="34" charset="-78"/>
                </a:endParaRPr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E6EE4726-8F30-03CF-43C5-4EF8C16B9E22}"/>
                  </a:ext>
                </a:extLst>
              </p:cNvPr>
              <p:cNvSpPr/>
              <p:nvPr/>
            </p:nvSpPr>
            <p:spPr>
              <a:xfrm>
                <a:off x="5488304" y="3218631"/>
                <a:ext cx="1226820" cy="1226820"/>
              </a:xfrm>
              <a:custGeom>
                <a:avLst/>
                <a:gdLst>
                  <a:gd name="connsiteX0" fmla="*/ 612459 w 1226820"/>
                  <a:gd name="connsiteY0" fmla="*/ -39 h 1226820"/>
                  <a:gd name="connsiteX1" fmla="*/ 1 w 1226820"/>
                  <a:gd name="connsiteY1" fmla="*/ 614323 h 1226820"/>
                  <a:gd name="connsiteX2" fmla="*/ 614363 w 1226820"/>
                  <a:gd name="connsiteY2" fmla="*/ 1226780 h 1226820"/>
                  <a:gd name="connsiteX3" fmla="*/ 1226821 w 1226820"/>
                  <a:gd name="connsiteY3" fmla="*/ 613371 h 1226820"/>
                  <a:gd name="connsiteX4" fmla="*/ 613411 w 1226820"/>
                  <a:gd name="connsiteY4" fmla="*/ -39 h 1226820"/>
                  <a:gd name="connsiteX5" fmla="*/ 612459 w 1226820"/>
                  <a:gd name="connsiteY5" fmla="*/ -39 h 1226820"/>
                  <a:gd name="connsiteX6" fmla="*/ 612459 w 1226820"/>
                  <a:gd name="connsiteY6" fmla="*/ 1184871 h 1226820"/>
                  <a:gd name="connsiteX7" fmla="*/ 40958 w 1226820"/>
                  <a:gd name="connsiteY7" fmla="*/ 613371 h 1226820"/>
                  <a:gd name="connsiteX8" fmla="*/ 612459 w 1226820"/>
                  <a:gd name="connsiteY8" fmla="*/ 41871 h 1226820"/>
                  <a:gd name="connsiteX9" fmla="*/ 1183959 w 1226820"/>
                  <a:gd name="connsiteY9" fmla="*/ 613371 h 1226820"/>
                  <a:gd name="connsiteX10" fmla="*/ 612459 w 1226820"/>
                  <a:gd name="connsiteY10" fmla="*/ 1184871 h 1226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26820" h="1226820">
                    <a:moveTo>
                      <a:pt x="612459" y="-39"/>
                    </a:moveTo>
                    <a:cubicBezTo>
                      <a:pt x="273702" y="490"/>
                      <a:pt x="-523" y="275548"/>
                      <a:pt x="1" y="614323"/>
                    </a:cubicBezTo>
                    <a:cubicBezTo>
                      <a:pt x="525" y="953080"/>
                      <a:pt x="275607" y="1227304"/>
                      <a:pt x="614363" y="1226780"/>
                    </a:cubicBezTo>
                    <a:cubicBezTo>
                      <a:pt x="952787" y="1226257"/>
                      <a:pt x="1226821" y="951794"/>
                      <a:pt x="1226821" y="613371"/>
                    </a:cubicBezTo>
                    <a:cubicBezTo>
                      <a:pt x="1226821" y="274595"/>
                      <a:pt x="952168" y="-39"/>
                      <a:pt x="613411" y="-39"/>
                    </a:cubicBezTo>
                    <a:cubicBezTo>
                      <a:pt x="613078" y="-39"/>
                      <a:pt x="612792" y="-39"/>
                      <a:pt x="612459" y="-39"/>
                    </a:cubicBezTo>
                    <a:close/>
                    <a:moveTo>
                      <a:pt x="612459" y="1184871"/>
                    </a:moveTo>
                    <a:cubicBezTo>
                      <a:pt x="296847" y="1184871"/>
                      <a:pt x="40958" y="928982"/>
                      <a:pt x="40958" y="613371"/>
                    </a:cubicBezTo>
                    <a:cubicBezTo>
                      <a:pt x="40958" y="297741"/>
                      <a:pt x="296847" y="41871"/>
                      <a:pt x="612459" y="41871"/>
                    </a:cubicBezTo>
                    <a:cubicBezTo>
                      <a:pt x="928069" y="41871"/>
                      <a:pt x="1183959" y="297741"/>
                      <a:pt x="1183959" y="613371"/>
                    </a:cubicBezTo>
                    <a:cubicBezTo>
                      <a:pt x="1183959" y="928982"/>
                      <a:pt x="928069" y="1184871"/>
                      <a:pt x="612459" y="118487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6E6E6"/>
                  </a:gs>
                  <a:gs pos="23000">
                    <a:srgbClr val="F0F0F0"/>
                  </a:gs>
                  <a:gs pos="64000">
                    <a:srgbClr val="FFFFFF"/>
                  </a:gs>
                  <a:gs pos="99000">
                    <a:srgbClr val="FFFFFF"/>
                  </a:gs>
                </a:gsLst>
                <a:lin ang="18900945" scaled="1"/>
              </a:gradFill>
              <a:ln w="476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Dubai" panose="020B0503030403030204" pitchFamily="34" charset="-78"/>
                  <a:cs typeface="Dubai" panose="020B0503030403030204" pitchFamily="34" charset="-78"/>
                </a:endParaRPr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628CBF52-6FF0-D450-1DBF-522765A62419}"/>
                </a:ext>
              </a:extLst>
            </p:cNvPr>
            <p:cNvGrpSpPr/>
            <p:nvPr/>
          </p:nvGrpSpPr>
          <p:grpSpPr>
            <a:xfrm>
              <a:off x="3425186" y="3088615"/>
              <a:ext cx="1487805" cy="3458526"/>
              <a:chOff x="3427094" y="3088615"/>
              <a:chExt cx="1487805" cy="3458526"/>
            </a:xfrm>
          </p:grpSpPr>
          <p:grpSp>
            <p:nvGrpSpPr>
              <p:cNvPr id="132" name="Group 131">
                <a:extLst>
                  <a:ext uri="{FF2B5EF4-FFF2-40B4-BE49-F238E27FC236}">
                    <a16:creationId xmlns:a16="http://schemas.microsoft.com/office/drawing/2014/main" id="{31417DE1-2154-B341-DAD9-4C765212BB54}"/>
                  </a:ext>
                </a:extLst>
              </p:cNvPr>
              <p:cNvGrpSpPr/>
              <p:nvPr/>
            </p:nvGrpSpPr>
            <p:grpSpPr>
              <a:xfrm>
                <a:off x="3742372" y="5582259"/>
                <a:ext cx="857250" cy="857249"/>
                <a:chOff x="3742372" y="5518759"/>
                <a:chExt cx="857250" cy="857249"/>
              </a:xfrm>
              <a:solidFill>
                <a:schemeClr val="accent2"/>
              </a:solidFill>
            </p:grpSpPr>
            <p:sp>
              <p:nvSpPr>
                <p:cNvPr id="141" name="Freeform: Shape 140">
                  <a:extLst>
                    <a:ext uri="{FF2B5EF4-FFF2-40B4-BE49-F238E27FC236}">
                      <a16:creationId xmlns:a16="http://schemas.microsoft.com/office/drawing/2014/main" id="{23908D30-764E-DA2E-D6E1-D7CE00C5C4B4}"/>
                    </a:ext>
                  </a:extLst>
                </p:cNvPr>
                <p:cNvSpPr/>
                <p:nvPr/>
              </p:nvSpPr>
              <p:spPr>
                <a:xfrm>
                  <a:off x="3742372" y="5518759"/>
                  <a:ext cx="428625" cy="428624"/>
                </a:xfrm>
                <a:custGeom>
                  <a:avLst/>
                  <a:gdLst>
                    <a:gd name="connsiteX0" fmla="*/ 142875 w 428625"/>
                    <a:gd name="connsiteY0" fmla="*/ 428586 h 428624"/>
                    <a:gd name="connsiteX1" fmla="*/ 0 w 428625"/>
                    <a:gd name="connsiteY1" fmla="*/ 428586 h 428624"/>
                    <a:gd name="connsiteX2" fmla="*/ 428625 w 428625"/>
                    <a:gd name="connsiteY2" fmla="*/ -39 h 428624"/>
                    <a:gd name="connsiteX3" fmla="*/ 428625 w 428625"/>
                    <a:gd name="connsiteY3" fmla="*/ 142836 h 428624"/>
                    <a:gd name="connsiteX4" fmla="*/ 142875 w 428625"/>
                    <a:gd name="connsiteY4" fmla="*/ 428586 h 4286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28625" h="428624">
                      <a:moveTo>
                        <a:pt x="142875" y="428586"/>
                      </a:moveTo>
                      <a:lnTo>
                        <a:pt x="0" y="428586"/>
                      </a:lnTo>
                      <a:cubicBezTo>
                        <a:pt x="0" y="191843"/>
                        <a:pt x="191900" y="-39"/>
                        <a:pt x="428625" y="-39"/>
                      </a:cubicBezTo>
                      <a:lnTo>
                        <a:pt x="428625" y="142836"/>
                      </a:lnTo>
                      <a:cubicBezTo>
                        <a:pt x="270810" y="142836"/>
                        <a:pt x="142875" y="270757"/>
                        <a:pt x="142875" y="428586"/>
                      </a:cubicBezTo>
                      <a:close/>
                    </a:path>
                  </a:pathLst>
                </a:custGeom>
                <a:grpFill/>
                <a:ln w="476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>
                    <a:latin typeface="Dubai" panose="020B0503030403030204" pitchFamily="34" charset="-78"/>
                    <a:cs typeface="Dubai" panose="020B0503030403030204" pitchFamily="34" charset="-78"/>
                  </a:endParaRPr>
                </a:p>
              </p:txBody>
            </p:sp>
            <p:sp>
              <p:nvSpPr>
                <p:cNvPr id="142" name="Freeform: Shape 141">
                  <a:extLst>
                    <a:ext uri="{FF2B5EF4-FFF2-40B4-BE49-F238E27FC236}">
                      <a16:creationId xmlns:a16="http://schemas.microsoft.com/office/drawing/2014/main" id="{98ACCE3F-0625-1041-BA0A-3BCD58A26372}"/>
                    </a:ext>
                  </a:extLst>
                </p:cNvPr>
                <p:cNvSpPr/>
                <p:nvPr/>
              </p:nvSpPr>
              <p:spPr>
                <a:xfrm>
                  <a:off x="4170997" y="5947383"/>
                  <a:ext cx="428625" cy="428624"/>
                </a:xfrm>
                <a:custGeom>
                  <a:avLst/>
                  <a:gdLst>
                    <a:gd name="connsiteX0" fmla="*/ 0 w 428625"/>
                    <a:gd name="connsiteY0" fmla="*/ 428586 h 428624"/>
                    <a:gd name="connsiteX1" fmla="*/ 0 w 428625"/>
                    <a:gd name="connsiteY1" fmla="*/ 285711 h 428624"/>
                    <a:gd name="connsiteX2" fmla="*/ 285750 w 428625"/>
                    <a:gd name="connsiteY2" fmla="*/ -39 h 428624"/>
                    <a:gd name="connsiteX3" fmla="*/ 428625 w 428625"/>
                    <a:gd name="connsiteY3" fmla="*/ -39 h 428624"/>
                    <a:gd name="connsiteX4" fmla="*/ 0 w 428625"/>
                    <a:gd name="connsiteY4" fmla="*/ 428586 h 4286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28625" h="428624">
                      <a:moveTo>
                        <a:pt x="0" y="428586"/>
                      </a:moveTo>
                      <a:lnTo>
                        <a:pt x="0" y="285711"/>
                      </a:lnTo>
                      <a:cubicBezTo>
                        <a:pt x="157815" y="285711"/>
                        <a:pt x="285750" y="157790"/>
                        <a:pt x="285750" y="-39"/>
                      </a:cubicBezTo>
                      <a:lnTo>
                        <a:pt x="428625" y="-39"/>
                      </a:lnTo>
                      <a:cubicBezTo>
                        <a:pt x="428625" y="236705"/>
                        <a:pt x="236725" y="428586"/>
                        <a:pt x="0" y="428586"/>
                      </a:cubicBezTo>
                      <a:close/>
                    </a:path>
                  </a:pathLst>
                </a:custGeom>
                <a:grpFill/>
                <a:ln w="476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>
                    <a:latin typeface="Dubai" panose="020B0503030403030204" pitchFamily="34" charset="-78"/>
                    <a:cs typeface="Dubai" panose="020B0503030403030204" pitchFamily="34" charset="-78"/>
                  </a:endParaRPr>
                </a:p>
              </p:txBody>
            </p:sp>
            <p:sp>
              <p:nvSpPr>
                <p:cNvPr id="143" name="Freeform: Shape 142">
                  <a:extLst>
                    <a:ext uri="{FF2B5EF4-FFF2-40B4-BE49-F238E27FC236}">
                      <a16:creationId xmlns:a16="http://schemas.microsoft.com/office/drawing/2014/main" id="{D7982E5B-E9B9-3C01-0629-825928D0BC0B}"/>
                    </a:ext>
                  </a:extLst>
                </p:cNvPr>
                <p:cNvSpPr/>
                <p:nvPr/>
              </p:nvSpPr>
              <p:spPr>
                <a:xfrm>
                  <a:off x="3742372" y="5875946"/>
                  <a:ext cx="500062" cy="500062"/>
                </a:xfrm>
                <a:custGeom>
                  <a:avLst/>
                  <a:gdLst>
                    <a:gd name="connsiteX0" fmla="*/ 428625 w 500062"/>
                    <a:gd name="connsiteY0" fmla="*/ 500023 h 500062"/>
                    <a:gd name="connsiteX1" fmla="*/ 0 w 500062"/>
                    <a:gd name="connsiteY1" fmla="*/ 71399 h 500062"/>
                    <a:gd name="connsiteX2" fmla="*/ 71438 w 500062"/>
                    <a:gd name="connsiteY2" fmla="*/ -39 h 500062"/>
                    <a:gd name="connsiteX3" fmla="*/ 142875 w 500062"/>
                    <a:gd name="connsiteY3" fmla="*/ 71399 h 500062"/>
                    <a:gd name="connsiteX4" fmla="*/ 428625 w 500062"/>
                    <a:gd name="connsiteY4" fmla="*/ 357149 h 500062"/>
                    <a:gd name="connsiteX5" fmla="*/ 500063 w 500062"/>
                    <a:gd name="connsiteY5" fmla="*/ 428586 h 500062"/>
                    <a:gd name="connsiteX6" fmla="*/ 428625 w 500062"/>
                    <a:gd name="connsiteY6" fmla="*/ 500023 h 5000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00062" h="500062">
                      <a:moveTo>
                        <a:pt x="428625" y="500023"/>
                      </a:moveTo>
                      <a:cubicBezTo>
                        <a:pt x="191900" y="500023"/>
                        <a:pt x="0" y="308142"/>
                        <a:pt x="0" y="71399"/>
                      </a:cubicBezTo>
                      <a:cubicBezTo>
                        <a:pt x="0" y="31965"/>
                        <a:pt x="31985" y="-39"/>
                        <a:pt x="71438" y="-39"/>
                      </a:cubicBezTo>
                      <a:cubicBezTo>
                        <a:pt x="110890" y="-39"/>
                        <a:pt x="142875" y="31965"/>
                        <a:pt x="142875" y="71399"/>
                      </a:cubicBezTo>
                      <a:cubicBezTo>
                        <a:pt x="142875" y="229228"/>
                        <a:pt x="270810" y="357149"/>
                        <a:pt x="428625" y="357149"/>
                      </a:cubicBezTo>
                      <a:cubicBezTo>
                        <a:pt x="468078" y="357149"/>
                        <a:pt x="500063" y="389152"/>
                        <a:pt x="500063" y="428586"/>
                      </a:cubicBezTo>
                      <a:cubicBezTo>
                        <a:pt x="500063" y="468020"/>
                        <a:pt x="468078" y="500023"/>
                        <a:pt x="428625" y="500023"/>
                      </a:cubicBezTo>
                      <a:close/>
                    </a:path>
                  </a:pathLst>
                </a:custGeom>
                <a:grpFill/>
                <a:ln w="476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>
                    <a:latin typeface="Dubai" panose="020B0503030403030204" pitchFamily="34" charset="-78"/>
                    <a:cs typeface="Dubai" panose="020B0503030403030204" pitchFamily="34" charset="-78"/>
                  </a:endParaRPr>
                </a:p>
              </p:txBody>
            </p:sp>
            <p:sp>
              <p:nvSpPr>
                <p:cNvPr id="144" name="Freeform: Shape 143">
                  <a:extLst>
                    <a:ext uri="{FF2B5EF4-FFF2-40B4-BE49-F238E27FC236}">
                      <a16:creationId xmlns:a16="http://schemas.microsoft.com/office/drawing/2014/main" id="{910BFB7E-6E12-0006-48AD-F854F7CD6943}"/>
                    </a:ext>
                  </a:extLst>
                </p:cNvPr>
                <p:cNvSpPr/>
                <p:nvPr/>
              </p:nvSpPr>
              <p:spPr>
                <a:xfrm>
                  <a:off x="4099560" y="5518759"/>
                  <a:ext cx="500062" cy="500062"/>
                </a:xfrm>
                <a:custGeom>
                  <a:avLst/>
                  <a:gdLst>
                    <a:gd name="connsiteX0" fmla="*/ 428625 w 500062"/>
                    <a:gd name="connsiteY0" fmla="*/ 500023 h 500062"/>
                    <a:gd name="connsiteX1" fmla="*/ 357188 w 500062"/>
                    <a:gd name="connsiteY1" fmla="*/ 428586 h 500062"/>
                    <a:gd name="connsiteX2" fmla="*/ 71438 w 500062"/>
                    <a:gd name="connsiteY2" fmla="*/ 142836 h 500062"/>
                    <a:gd name="connsiteX3" fmla="*/ 0 w 500062"/>
                    <a:gd name="connsiteY3" fmla="*/ 71399 h 500062"/>
                    <a:gd name="connsiteX4" fmla="*/ 71438 w 500062"/>
                    <a:gd name="connsiteY4" fmla="*/ -39 h 500062"/>
                    <a:gd name="connsiteX5" fmla="*/ 500063 w 500062"/>
                    <a:gd name="connsiteY5" fmla="*/ 428586 h 500062"/>
                    <a:gd name="connsiteX6" fmla="*/ 428625 w 500062"/>
                    <a:gd name="connsiteY6" fmla="*/ 500023 h 5000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00062" h="500062">
                      <a:moveTo>
                        <a:pt x="428625" y="500023"/>
                      </a:moveTo>
                      <a:cubicBezTo>
                        <a:pt x="389172" y="500023"/>
                        <a:pt x="357188" y="468020"/>
                        <a:pt x="357188" y="428586"/>
                      </a:cubicBezTo>
                      <a:cubicBezTo>
                        <a:pt x="357188" y="270757"/>
                        <a:pt x="229252" y="142836"/>
                        <a:pt x="71438" y="142836"/>
                      </a:cubicBezTo>
                      <a:cubicBezTo>
                        <a:pt x="31985" y="142836"/>
                        <a:pt x="0" y="110832"/>
                        <a:pt x="0" y="71399"/>
                      </a:cubicBezTo>
                      <a:cubicBezTo>
                        <a:pt x="0" y="31965"/>
                        <a:pt x="31985" y="-39"/>
                        <a:pt x="71438" y="-39"/>
                      </a:cubicBezTo>
                      <a:cubicBezTo>
                        <a:pt x="308162" y="-39"/>
                        <a:pt x="500063" y="191843"/>
                        <a:pt x="500063" y="428586"/>
                      </a:cubicBezTo>
                      <a:cubicBezTo>
                        <a:pt x="500063" y="468020"/>
                        <a:pt x="468078" y="500023"/>
                        <a:pt x="428625" y="500023"/>
                      </a:cubicBezTo>
                      <a:close/>
                    </a:path>
                  </a:pathLst>
                </a:custGeom>
                <a:grpFill/>
                <a:ln w="476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>
                    <a:latin typeface="Dubai" panose="020B0503030403030204" pitchFamily="34" charset="-78"/>
                    <a:cs typeface="Dubai" panose="020B0503030403030204" pitchFamily="34" charset="-78"/>
                  </a:endParaRPr>
                </a:p>
              </p:txBody>
            </p:sp>
          </p:grp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0585E9F7-EAB9-09A0-7183-A1D9CD3F1582}"/>
                  </a:ext>
                </a:extLst>
              </p:cNvPr>
              <p:cNvSpPr/>
              <p:nvPr/>
            </p:nvSpPr>
            <p:spPr>
              <a:xfrm>
                <a:off x="3635216" y="5475579"/>
                <a:ext cx="1071562" cy="1071562"/>
              </a:xfrm>
              <a:custGeom>
                <a:avLst/>
                <a:gdLst>
                  <a:gd name="connsiteX0" fmla="*/ 1071563 w 1071562"/>
                  <a:gd name="connsiteY0" fmla="*/ 535781 h 1071562"/>
                  <a:gd name="connsiteX1" fmla="*/ 535781 w 1071562"/>
                  <a:gd name="connsiteY1" fmla="*/ 1071562 h 1071562"/>
                  <a:gd name="connsiteX2" fmla="*/ 0 w 1071562"/>
                  <a:gd name="connsiteY2" fmla="*/ 535781 h 1071562"/>
                  <a:gd name="connsiteX3" fmla="*/ 535781 w 1071562"/>
                  <a:gd name="connsiteY3" fmla="*/ 0 h 1071562"/>
                  <a:gd name="connsiteX4" fmla="*/ 1071563 w 1071562"/>
                  <a:gd name="connsiteY4" fmla="*/ 535781 h 10715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562" h="1071562">
                    <a:moveTo>
                      <a:pt x="1071563" y="535781"/>
                    </a:moveTo>
                    <a:cubicBezTo>
                      <a:pt x="1071563" y="831685"/>
                      <a:pt x="831685" y="1071562"/>
                      <a:pt x="535781" y="1071562"/>
                    </a:cubicBezTo>
                    <a:cubicBezTo>
                      <a:pt x="239878" y="1071562"/>
                      <a:pt x="0" y="831685"/>
                      <a:pt x="0" y="535781"/>
                    </a:cubicBezTo>
                    <a:cubicBezTo>
                      <a:pt x="0" y="239877"/>
                      <a:pt x="239878" y="0"/>
                      <a:pt x="535781" y="0"/>
                    </a:cubicBezTo>
                    <a:cubicBezTo>
                      <a:pt x="831685" y="0"/>
                      <a:pt x="1071563" y="239877"/>
                      <a:pt x="1071563" y="535781"/>
                    </a:cubicBezTo>
                    <a:close/>
                  </a:path>
                </a:pathLst>
              </a:custGeom>
              <a:noFill/>
              <a:ln w="11906" cap="flat">
                <a:solidFill>
                  <a:schemeClr val="bg1">
                    <a:lumMod val="8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Dubai" panose="020B0503030403030204" pitchFamily="34" charset="-78"/>
                  <a:cs typeface="Dubai" panose="020B0503030403030204" pitchFamily="34" charset="-78"/>
                </a:endParaRPr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F7B98844-F4ED-89FD-A74F-71B9C468C6A6}"/>
                  </a:ext>
                </a:extLst>
              </p:cNvPr>
              <p:cNvSpPr/>
              <p:nvPr/>
            </p:nvSpPr>
            <p:spPr>
              <a:xfrm>
                <a:off x="3456625" y="3119079"/>
                <a:ext cx="1428746" cy="3101075"/>
              </a:xfrm>
              <a:custGeom>
                <a:avLst/>
                <a:gdLst>
                  <a:gd name="connsiteX0" fmla="*/ 1428747 w 1428746"/>
                  <a:gd name="connsiteY0" fmla="*/ 712923 h 3101075"/>
                  <a:gd name="connsiteX1" fmla="*/ 712957 w 1428746"/>
                  <a:gd name="connsiteY1" fmla="*/ -37 h 3101075"/>
                  <a:gd name="connsiteX2" fmla="*/ 1 w 1428746"/>
                  <a:gd name="connsiteY2" fmla="*/ 715752 h 3101075"/>
                  <a:gd name="connsiteX3" fmla="*/ 238122 w 1428746"/>
                  <a:gd name="connsiteY3" fmla="*/ 1246799 h 3101075"/>
                  <a:gd name="connsiteX4" fmla="*/ 238122 w 1428746"/>
                  <a:gd name="connsiteY4" fmla="*/ 1246799 h 3101075"/>
                  <a:gd name="connsiteX5" fmla="*/ 539588 w 1428746"/>
                  <a:gd name="connsiteY5" fmla="*/ 2776037 h 3101075"/>
                  <a:gd name="connsiteX6" fmla="*/ 539588 w 1428746"/>
                  <a:gd name="connsiteY6" fmla="*/ 2776037 h 3101075"/>
                  <a:gd name="connsiteX7" fmla="*/ 596328 w 1428746"/>
                  <a:gd name="connsiteY7" fmla="*/ 3065549 h 3101075"/>
                  <a:gd name="connsiteX8" fmla="*/ 885822 w 1428746"/>
                  <a:gd name="connsiteY8" fmla="*/ 3008780 h 3101075"/>
                  <a:gd name="connsiteX9" fmla="*/ 885822 w 1428746"/>
                  <a:gd name="connsiteY9" fmla="*/ 2776037 h 3101075"/>
                  <a:gd name="connsiteX10" fmla="*/ 885822 w 1428746"/>
                  <a:gd name="connsiteY10" fmla="*/ 2776037 h 3101075"/>
                  <a:gd name="connsiteX11" fmla="*/ 1187764 w 1428746"/>
                  <a:gd name="connsiteY11" fmla="*/ 1246799 h 3101075"/>
                  <a:gd name="connsiteX12" fmla="*/ 1187764 w 1428746"/>
                  <a:gd name="connsiteY12" fmla="*/ 1246799 h 3101075"/>
                  <a:gd name="connsiteX13" fmla="*/ 1428747 w 1428746"/>
                  <a:gd name="connsiteY13" fmla="*/ 712923 h 3101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428746" h="3101075">
                    <a:moveTo>
                      <a:pt x="1428747" y="712923"/>
                    </a:moveTo>
                    <a:cubicBezTo>
                      <a:pt x="1427985" y="318383"/>
                      <a:pt x="1107497" y="-819"/>
                      <a:pt x="712957" y="-37"/>
                    </a:cubicBezTo>
                    <a:cubicBezTo>
                      <a:pt x="318422" y="743"/>
                      <a:pt x="-780" y="321212"/>
                      <a:pt x="1" y="715752"/>
                    </a:cubicBezTo>
                    <a:cubicBezTo>
                      <a:pt x="401" y="918520"/>
                      <a:pt x="86969" y="1111592"/>
                      <a:pt x="238122" y="1246799"/>
                    </a:cubicBezTo>
                    <a:lnTo>
                      <a:pt x="238122" y="1246799"/>
                    </a:lnTo>
                    <a:cubicBezTo>
                      <a:pt x="818670" y="1763054"/>
                      <a:pt x="666747" y="2587442"/>
                      <a:pt x="539588" y="2776037"/>
                    </a:cubicBezTo>
                    <a:lnTo>
                      <a:pt x="539588" y="2776037"/>
                    </a:lnTo>
                    <a:cubicBezTo>
                      <a:pt x="475313" y="2871668"/>
                      <a:pt x="500717" y="3001255"/>
                      <a:pt x="596328" y="3065549"/>
                    </a:cubicBezTo>
                    <a:cubicBezTo>
                      <a:pt x="691940" y="3129796"/>
                      <a:pt x="821547" y="3104411"/>
                      <a:pt x="885822" y="3008780"/>
                    </a:cubicBezTo>
                    <a:cubicBezTo>
                      <a:pt x="933128" y="2938438"/>
                      <a:pt x="933128" y="2846427"/>
                      <a:pt x="885822" y="2776037"/>
                    </a:cubicBezTo>
                    <a:lnTo>
                      <a:pt x="885822" y="2776037"/>
                    </a:lnTo>
                    <a:cubicBezTo>
                      <a:pt x="760092" y="2585538"/>
                      <a:pt x="606739" y="1763054"/>
                      <a:pt x="1187764" y="1246799"/>
                    </a:cubicBezTo>
                    <a:lnTo>
                      <a:pt x="1187764" y="1246799"/>
                    </a:lnTo>
                    <a:cubicBezTo>
                      <a:pt x="1340688" y="1111449"/>
                      <a:pt x="1428413" y="917139"/>
                      <a:pt x="1428747" y="712923"/>
                    </a:cubicBezTo>
                    <a:close/>
                  </a:path>
                </a:pathLst>
              </a:custGeom>
              <a:solidFill>
                <a:srgbClr val="F2F2F2"/>
              </a:solidFill>
              <a:ln w="476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Dubai" panose="020B0503030403030204" pitchFamily="34" charset="-78"/>
                  <a:cs typeface="Dubai" panose="020B0503030403030204" pitchFamily="34" charset="-78"/>
                </a:endParaRPr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906D44D4-C367-C03E-897F-45190875EF59}"/>
                  </a:ext>
                </a:extLst>
              </p:cNvPr>
              <p:cNvSpPr/>
              <p:nvPr/>
            </p:nvSpPr>
            <p:spPr>
              <a:xfrm>
                <a:off x="4016216" y="5856579"/>
                <a:ext cx="309562" cy="309562"/>
              </a:xfrm>
              <a:custGeom>
                <a:avLst/>
                <a:gdLst>
                  <a:gd name="connsiteX0" fmla="*/ 309563 w 309562"/>
                  <a:gd name="connsiteY0" fmla="*/ 154781 h 309562"/>
                  <a:gd name="connsiteX1" fmla="*/ 154781 w 309562"/>
                  <a:gd name="connsiteY1" fmla="*/ 309562 h 309562"/>
                  <a:gd name="connsiteX2" fmla="*/ 0 w 309562"/>
                  <a:gd name="connsiteY2" fmla="*/ 154781 h 309562"/>
                  <a:gd name="connsiteX3" fmla="*/ 154781 w 309562"/>
                  <a:gd name="connsiteY3" fmla="*/ 0 h 309562"/>
                  <a:gd name="connsiteX4" fmla="*/ 309563 w 309562"/>
                  <a:gd name="connsiteY4" fmla="*/ 154781 h 3095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9562" h="309562">
                    <a:moveTo>
                      <a:pt x="309563" y="154781"/>
                    </a:moveTo>
                    <a:cubicBezTo>
                      <a:pt x="309563" y="240264"/>
                      <a:pt x="240264" y="309562"/>
                      <a:pt x="154781" y="309562"/>
                    </a:cubicBezTo>
                    <a:cubicBezTo>
                      <a:pt x="69298" y="309562"/>
                      <a:pt x="0" y="240264"/>
                      <a:pt x="0" y="154781"/>
                    </a:cubicBezTo>
                    <a:cubicBezTo>
                      <a:pt x="0" y="69298"/>
                      <a:pt x="69298" y="0"/>
                      <a:pt x="154781" y="0"/>
                    </a:cubicBezTo>
                    <a:cubicBezTo>
                      <a:pt x="240264" y="0"/>
                      <a:pt x="309563" y="69298"/>
                      <a:pt x="309563" y="15478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0F0F0"/>
                  </a:gs>
                  <a:gs pos="81000">
                    <a:srgbClr val="F5F5F5"/>
                  </a:gs>
                  <a:gs pos="100000">
                    <a:srgbClr val="F7F7F7"/>
                  </a:gs>
                </a:gsLst>
                <a:lin ang="18900000" scaled="1"/>
              </a:gradFill>
              <a:ln w="476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Dubai" panose="020B0503030403030204" pitchFamily="34" charset="-78"/>
                  <a:cs typeface="Dubai" panose="020B0503030403030204" pitchFamily="34" charset="-78"/>
                </a:endParaRPr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380B2E06-998E-2F2F-EC10-D04FE7E955B4}"/>
                  </a:ext>
                </a:extLst>
              </p:cNvPr>
              <p:cNvSpPr/>
              <p:nvPr/>
            </p:nvSpPr>
            <p:spPr>
              <a:xfrm>
                <a:off x="4022407" y="5862770"/>
                <a:ext cx="297180" cy="297179"/>
              </a:xfrm>
              <a:custGeom>
                <a:avLst/>
                <a:gdLst>
                  <a:gd name="connsiteX0" fmla="*/ 297180 w 297180"/>
                  <a:gd name="connsiteY0" fmla="*/ 148590 h 297179"/>
                  <a:gd name="connsiteX1" fmla="*/ 148590 w 297180"/>
                  <a:gd name="connsiteY1" fmla="*/ 297180 h 297179"/>
                  <a:gd name="connsiteX2" fmla="*/ 0 w 297180"/>
                  <a:gd name="connsiteY2" fmla="*/ 148590 h 297179"/>
                  <a:gd name="connsiteX3" fmla="*/ 148590 w 297180"/>
                  <a:gd name="connsiteY3" fmla="*/ 0 h 297179"/>
                  <a:gd name="connsiteX4" fmla="*/ 297180 w 297180"/>
                  <a:gd name="connsiteY4" fmla="*/ 148590 h 297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7180" h="297179">
                    <a:moveTo>
                      <a:pt x="297180" y="148590"/>
                    </a:moveTo>
                    <a:cubicBezTo>
                      <a:pt x="297180" y="230654"/>
                      <a:pt x="230654" y="297180"/>
                      <a:pt x="148590" y="297180"/>
                    </a:cubicBezTo>
                    <a:cubicBezTo>
                      <a:pt x="66526" y="297180"/>
                      <a:pt x="0" y="230654"/>
                      <a:pt x="0" y="148590"/>
                    </a:cubicBezTo>
                    <a:cubicBezTo>
                      <a:pt x="0" y="66526"/>
                      <a:pt x="66526" y="0"/>
                      <a:pt x="148590" y="0"/>
                    </a:cubicBezTo>
                    <a:cubicBezTo>
                      <a:pt x="230654" y="0"/>
                      <a:pt x="297180" y="66526"/>
                      <a:pt x="297180" y="1485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Dubai" panose="020B0503030403030204" pitchFamily="34" charset="-78"/>
                  <a:cs typeface="Dubai" panose="020B0503030403030204" pitchFamily="34" charset="-78"/>
                </a:endParaRPr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FA7178E0-9866-C067-71E5-E827341D9313}"/>
                  </a:ext>
                </a:extLst>
              </p:cNvPr>
              <p:cNvSpPr/>
              <p:nvPr/>
            </p:nvSpPr>
            <p:spPr>
              <a:xfrm>
                <a:off x="3427094" y="3088615"/>
                <a:ext cx="1487805" cy="1487804"/>
              </a:xfrm>
              <a:custGeom>
                <a:avLst/>
                <a:gdLst>
                  <a:gd name="connsiteX0" fmla="*/ 1487805 w 1487805"/>
                  <a:gd name="connsiteY0" fmla="*/ 743902 h 1487804"/>
                  <a:gd name="connsiteX1" fmla="*/ 743902 w 1487805"/>
                  <a:gd name="connsiteY1" fmla="*/ 1487805 h 1487804"/>
                  <a:gd name="connsiteX2" fmla="*/ 0 w 1487805"/>
                  <a:gd name="connsiteY2" fmla="*/ 743902 h 1487804"/>
                  <a:gd name="connsiteX3" fmla="*/ 743902 w 1487805"/>
                  <a:gd name="connsiteY3" fmla="*/ 0 h 1487804"/>
                  <a:gd name="connsiteX4" fmla="*/ 1487805 w 1487805"/>
                  <a:gd name="connsiteY4" fmla="*/ 743902 h 1487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87805" h="1487804">
                    <a:moveTo>
                      <a:pt x="1487805" y="743902"/>
                    </a:moveTo>
                    <a:cubicBezTo>
                      <a:pt x="1487805" y="1154748"/>
                      <a:pt x="1154749" y="1487805"/>
                      <a:pt x="743902" y="1487805"/>
                    </a:cubicBezTo>
                    <a:cubicBezTo>
                      <a:pt x="333056" y="1487805"/>
                      <a:pt x="0" y="1154748"/>
                      <a:pt x="0" y="743902"/>
                    </a:cubicBezTo>
                    <a:cubicBezTo>
                      <a:pt x="0" y="333057"/>
                      <a:pt x="333056" y="0"/>
                      <a:pt x="743902" y="0"/>
                    </a:cubicBezTo>
                    <a:cubicBezTo>
                      <a:pt x="1154748" y="0"/>
                      <a:pt x="1487805" y="333057"/>
                      <a:pt x="1487805" y="743902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Dubai" panose="020B0503030403030204" pitchFamily="34" charset="-78"/>
                  <a:cs typeface="Dubai" panose="020B0503030403030204" pitchFamily="34" charset="-78"/>
                </a:endParaRPr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136E6456-1D75-7FFA-1B27-2A4BF8D6DCE5}"/>
                  </a:ext>
                </a:extLst>
              </p:cNvPr>
              <p:cNvSpPr/>
              <p:nvPr/>
            </p:nvSpPr>
            <p:spPr>
              <a:xfrm>
                <a:off x="3439001" y="3100521"/>
                <a:ext cx="1463992" cy="1463991"/>
              </a:xfrm>
              <a:custGeom>
                <a:avLst/>
                <a:gdLst>
                  <a:gd name="connsiteX0" fmla="*/ 1463992 w 1463992"/>
                  <a:gd name="connsiteY0" fmla="*/ 731996 h 1463991"/>
                  <a:gd name="connsiteX1" fmla="*/ 731996 w 1463992"/>
                  <a:gd name="connsiteY1" fmla="*/ 1463992 h 1463991"/>
                  <a:gd name="connsiteX2" fmla="*/ 0 w 1463992"/>
                  <a:gd name="connsiteY2" fmla="*/ 731996 h 1463991"/>
                  <a:gd name="connsiteX3" fmla="*/ 731996 w 1463992"/>
                  <a:gd name="connsiteY3" fmla="*/ 0 h 1463991"/>
                  <a:gd name="connsiteX4" fmla="*/ 1463992 w 1463992"/>
                  <a:gd name="connsiteY4" fmla="*/ 731996 h 14639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3992" h="1463991">
                    <a:moveTo>
                      <a:pt x="1463992" y="731996"/>
                    </a:moveTo>
                    <a:cubicBezTo>
                      <a:pt x="1463992" y="1136266"/>
                      <a:pt x="1136266" y="1463992"/>
                      <a:pt x="731996" y="1463992"/>
                    </a:cubicBezTo>
                    <a:cubicBezTo>
                      <a:pt x="327726" y="1463992"/>
                      <a:pt x="0" y="1136266"/>
                      <a:pt x="0" y="731996"/>
                    </a:cubicBezTo>
                    <a:cubicBezTo>
                      <a:pt x="0" y="327726"/>
                      <a:pt x="327726" y="0"/>
                      <a:pt x="731996" y="0"/>
                    </a:cubicBezTo>
                    <a:cubicBezTo>
                      <a:pt x="1136266" y="0"/>
                      <a:pt x="1463992" y="327726"/>
                      <a:pt x="1463992" y="731996"/>
                    </a:cubicBezTo>
                    <a:close/>
                  </a:path>
                </a:pathLst>
              </a:custGeom>
              <a:gradFill>
                <a:gsLst>
                  <a:gs pos="0">
                    <a:srgbClr val="F0F0F0"/>
                  </a:gs>
                  <a:gs pos="81000">
                    <a:srgbClr val="F5F5F5"/>
                  </a:gs>
                  <a:gs pos="100000">
                    <a:srgbClr val="F7F7F7"/>
                  </a:gs>
                </a:gsLst>
                <a:lin ang="18900000" scaled="1"/>
              </a:gradFill>
              <a:ln w="476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Dubai" panose="020B0503030403030204" pitchFamily="34" charset="-78"/>
                  <a:cs typeface="Dubai" panose="020B0503030403030204" pitchFamily="34" charset="-78"/>
                </a:endParaRPr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8EAF3D2A-3644-2B3E-CEFD-55FFC50D3E07}"/>
                  </a:ext>
                </a:extLst>
              </p:cNvPr>
              <p:cNvSpPr/>
              <p:nvPr/>
            </p:nvSpPr>
            <p:spPr>
              <a:xfrm>
                <a:off x="3599497" y="3261017"/>
                <a:ext cx="1143000" cy="1142999"/>
              </a:xfrm>
              <a:custGeom>
                <a:avLst/>
                <a:gdLst>
                  <a:gd name="connsiteX0" fmla="*/ 1143000 w 1143000"/>
                  <a:gd name="connsiteY0" fmla="*/ 571500 h 1142999"/>
                  <a:gd name="connsiteX1" fmla="*/ 571500 w 1143000"/>
                  <a:gd name="connsiteY1" fmla="*/ 1143000 h 1142999"/>
                  <a:gd name="connsiteX2" fmla="*/ 0 w 1143000"/>
                  <a:gd name="connsiteY2" fmla="*/ 571500 h 1142999"/>
                  <a:gd name="connsiteX3" fmla="*/ 571500 w 1143000"/>
                  <a:gd name="connsiteY3" fmla="*/ 0 h 1142999"/>
                  <a:gd name="connsiteX4" fmla="*/ 1143000 w 1143000"/>
                  <a:gd name="connsiteY4" fmla="*/ 571500 h 1142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3000" h="1142999">
                    <a:moveTo>
                      <a:pt x="1143000" y="571500"/>
                    </a:moveTo>
                    <a:cubicBezTo>
                      <a:pt x="1143000" y="887131"/>
                      <a:pt x="887131" y="1143000"/>
                      <a:pt x="571500" y="1143000"/>
                    </a:cubicBezTo>
                    <a:cubicBezTo>
                      <a:pt x="255869" y="1143000"/>
                      <a:pt x="0" y="887131"/>
                      <a:pt x="0" y="571500"/>
                    </a:cubicBezTo>
                    <a:cubicBezTo>
                      <a:pt x="0" y="255869"/>
                      <a:pt x="255869" y="0"/>
                      <a:pt x="571500" y="0"/>
                    </a:cubicBezTo>
                    <a:cubicBezTo>
                      <a:pt x="887131" y="0"/>
                      <a:pt x="1143000" y="255869"/>
                      <a:pt x="1143000" y="57150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476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Dubai" panose="020B0503030403030204" pitchFamily="34" charset="-78"/>
                  <a:cs typeface="Dubai" panose="020B0503030403030204" pitchFamily="34" charset="-78"/>
                </a:endParaRPr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E0FF730C-B26F-A3B7-1D0B-BE020B440983}"/>
                  </a:ext>
                </a:extLst>
              </p:cNvPr>
              <p:cNvSpPr/>
              <p:nvPr/>
            </p:nvSpPr>
            <p:spPr>
              <a:xfrm>
                <a:off x="3557111" y="3218631"/>
                <a:ext cx="1226819" cy="1226819"/>
              </a:xfrm>
              <a:custGeom>
                <a:avLst/>
                <a:gdLst>
                  <a:gd name="connsiteX0" fmla="*/ 613886 w 1226819"/>
                  <a:gd name="connsiteY0" fmla="*/ -39 h 1226819"/>
                  <a:gd name="connsiteX1" fmla="*/ 0 w 1226819"/>
                  <a:gd name="connsiteY1" fmla="*/ 612895 h 1226819"/>
                  <a:gd name="connsiteX2" fmla="*/ 612934 w 1226819"/>
                  <a:gd name="connsiteY2" fmla="*/ 1226781 h 1226819"/>
                  <a:gd name="connsiteX3" fmla="*/ 1226820 w 1226819"/>
                  <a:gd name="connsiteY3" fmla="*/ 613847 h 1226819"/>
                  <a:gd name="connsiteX4" fmla="*/ 1226820 w 1226819"/>
                  <a:gd name="connsiteY4" fmla="*/ 613371 h 1226819"/>
                  <a:gd name="connsiteX5" fmla="*/ 613886 w 1226819"/>
                  <a:gd name="connsiteY5" fmla="*/ -39 h 1226819"/>
                  <a:gd name="connsiteX6" fmla="*/ 613886 w 1226819"/>
                  <a:gd name="connsiteY6" fmla="*/ 1184871 h 1226819"/>
                  <a:gd name="connsiteX7" fmla="*/ 42386 w 1226819"/>
                  <a:gd name="connsiteY7" fmla="*/ 613371 h 1226819"/>
                  <a:gd name="connsiteX8" fmla="*/ 613886 w 1226819"/>
                  <a:gd name="connsiteY8" fmla="*/ 41871 h 1226819"/>
                  <a:gd name="connsiteX9" fmla="*/ 1185386 w 1226819"/>
                  <a:gd name="connsiteY9" fmla="*/ 613371 h 1226819"/>
                  <a:gd name="connsiteX10" fmla="*/ 613886 w 1226819"/>
                  <a:gd name="connsiteY10" fmla="*/ 1184871 h 12268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26819" h="1226819">
                    <a:moveTo>
                      <a:pt x="613886" y="-39"/>
                    </a:moveTo>
                    <a:cubicBezTo>
                      <a:pt x="275111" y="-301"/>
                      <a:pt x="262" y="274119"/>
                      <a:pt x="0" y="612895"/>
                    </a:cubicBezTo>
                    <a:cubicBezTo>
                      <a:pt x="-262" y="951651"/>
                      <a:pt x="274158" y="1226495"/>
                      <a:pt x="612934" y="1226781"/>
                    </a:cubicBezTo>
                    <a:cubicBezTo>
                      <a:pt x="951710" y="1227067"/>
                      <a:pt x="1226534" y="952604"/>
                      <a:pt x="1226820" y="613847"/>
                    </a:cubicBezTo>
                    <a:cubicBezTo>
                      <a:pt x="1226820" y="613690"/>
                      <a:pt x="1226820" y="613528"/>
                      <a:pt x="1226820" y="613371"/>
                    </a:cubicBezTo>
                    <a:cubicBezTo>
                      <a:pt x="1226820" y="274781"/>
                      <a:pt x="952476" y="223"/>
                      <a:pt x="613886" y="-39"/>
                    </a:cubicBezTo>
                    <a:close/>
                    <a:moveTo>
                      <a:pt x="613886" y="1184871"/>
                    </a:moveTo>
                    <a:cubicBezTo>
                      <a:pt x="298256" y="1184871"/>
                      <a:pt x="42386" y="928982"/>
                      <a:pt x="42386" y="613371"/>
                    </a:cubicBezTo>
                    <a:cubicBezTo>
                      <a:pt x="42386" y="297741"/>
                      <a:pt x="298256" y="41871"/>
                      <a:pt x="613886" y="41871"/>
                    </a:cubicBezTo>
                    <a:cubicBezTo>
                      <a:pt x="929516" y="41871"/>
                      <a:pt x="1185386" y="297741"/>
                      <a:pt x="1185386" y="613371"/>
                    </a:cubicBezTo>
                    <a:cubicBezTo>
                      <a:pt x="1185386" y="928982"/>
                      <a:pt x="929516" y="1184871"/>
                      <a:pt x="613886" y="118487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6E6E6"/>
                  </a:gs>
                  <a:gs pos="23000">
                    <a:srgbClr val="F0F0F0"/>
                  </a:gs>
                  <a:gs pos="64000">
                    <a:srgbClr val="FFFFFF"/>
                  </a:gs>
                  <a:gs pos="99000">
                    <a:srgbClr val="FFFFFF"/>
                  </a:gs>
                </a:gsLst>
                <a:lin ang="18900945" scaled="1"/>
              </a:gradFill>
              <a:ln w="476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Dubai" panose="020B0503030403030204" pitchFamily="34" charset="-78"/>
                  <a:cs typeface="Dubai" panose="020B0503030403030204" pitchFamily="34" charset="-78"/>
                </a:endParaRPr>
              </a:p>
            </p:txBody>
          </p: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49C5A59B-AE5F-1741-1105-A05668094F2D}"/>
                </a:ext>
              </a:extLst>
            </p:cNvPr>
            <p:cNvGrpSpPr/>
            <p:nvPr/>
          </p:nvGrpSpPr>
          <p:grpSpPr>
            <a:xfrm>
              <a:off x="1498031" y="1117893"/>
              <a:ext cx="1487804" cy="3458526"/>
              <a:chOff x="1501140" y="1117893"/>
              <a:chExt cx="1487804" cy="3458526"/>
            </a:xfrm>
          </p:grpSpPr>
          <p:grpSp>
            <p:nvGrpSpPr>
              <p:cNvPr id="119" name="Group 118">
                <a:extLst>
                  <a:ext uri="{FF2B5EF4-FFF2-40B4-BE49-F238E27FC236}">
                    <a16:creationId xmlns:a16="http://schemas.microsoft.com/office/drawing/2014/main" id="{7EC03281-CCDC-6DC0-ED69-2F1BE1A3655D}"/>
                  </a:ext>
                </a:extLst>
              </p:cNvPr>
              <p:cNvGrpSpPr/>
              <p:nvPr/>
            </p:nvGrpSpPr>
            <p:grpSpPr>
              <a:xfrm>
                <a:off x="1801177" y="1224573"/>
                <a:ext cx="857250" cy="857249"/>
                <a:chOff x="1801177" y="1161073"/>
                <a:chExt cx="857250" cy="857249"/>
              </a:xfrm>
              <a:solidFill>
                <a:schemeClr val="accent1"/>
              </a:solidFill>
            </p:grpSpPr>
            <p:sp>
              <p:nvSpPr>
                <p:cNvPr id="128" name="Freeform: Shape 127">
                  <a:extLst>
                    <a:ext uri="{FF2B5EF4-FFF2-40B4-BE49-F238E27FC236}">
                      <a16:creationId xmlns:a16="http://schemas.microsoft.com/office/drawing/2014/main" id="{BC4AF9D8-233E-CA73-F9D1-CD8721110303}"/>
                    </a:ext>
                  </a:extLst>
                </p:cNvPr>
                <p:cNvSpPr/>
                <p:nvPr/>
              </p:nvSpPr>
              <p:spPr>
                <a:xfrm>
                  <a:off x="2229802" y="1589698"/>
                  <a:ext cx="428625" cy="428624"/>
                </a:xfrm>
                <a:custGeom>
                  <a:avLst/>
                  <a:gdLst>
                    <a:gd name="connsiteX0" fmla="*/ 0 w 428625"/>
                    <a:gd name="connsiteY0" fmla="*/ 428586 h 428624"/>
                    <a:gd name="connsiteX1" fmla="*/ 0 w 428625"/>
                    <a:gd name="connsiteY1" fmla="*/ 285711 h 428624"/>
                    <a:gd name="connsiteX2" fmla="*/ 285750 w 428625"/>
                    <a:gd name="connsiteY2" fmla="*/ -39 h 428624"/>
                    <a:gd name="connsiteX3" fmla="*/ 428625 w 428625"/>
                    <a:gd name="connsiteY3" fmla="*/ -39 h 428624"/>
                    <a:gd name="connsiteX4" fmla="*/ 0 w 428625"/>
                    <a:gd name="connsiteY4" fmla="*/ 428586 h 4286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28625" h="428624">
                      <a:moveTo>
                        <a:pt x="0" y="428586"/>
                      </a:moveTo>
                      <a:lnTo>
                        <a:pt x="0" y="285711"/>
                      </a:lnTo>
                      <a:cubicBezTo>
                        <a:pt x="157815" y="285711"/>
                        <a:pt x="285750" y="157776"/>
                        <a:pt x="285750" y="-39"/>
                      </a:cubicBezTo>
                      <a:lnTo>
                        <a:pt x="428625" y="-39"/>
                      </a:lnTo>
                      <a:cubicBezTo>
                        <a:pt x="428625" y="236686"/>
                        <a:pt x="236725" y="428586"/>
                        <a:pt x="0" y="428586"/>
                      </a:cubicBezTo>
                      <a:close/>
                    </a:path>
                  </a:pathLst>
                </a:custGeom>
                <a:grpFill/>
                <a:ln w="476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>
                    <a:latin typeface="Dubai" panose="020B0503030403030204" pitchFamily="34" charset="-78"/>
                    <a:cs typeface="Dubai" panose="020B0503030403030204" pitchFamily="34" charset="-78"/>
                  </a:endParaRPr>
                </a:p>
              </p:txBody>
            </p:sp>
            <p:sp>
              <p:nvSpPr>
                <p:cNvPr id="129" name="Freeform: Shape 128">
                  <a:extLst>
                    <a:ext uri="{FF2B5EF4-FFF2-40B4-BE49-F238E27FC236}">
                      <a16:creationId xmlns:a16="http://schemas.microsoft.com/office/drawing/2014/main" id="{A77988DB-C9AE-336B-C6A5-90942B501951}"/>
                    </a:ext>
                  </a:extLst>
                </p:cNvPr>
                <p:cNvSpPr/>
                <p:nvPr/>
              </p:nvSpPr>
              <p:spPr>
                <a:xfrm>
                  <a:off x="1801177" y="1161073"/>
                  <a:ext cx="428625" cy="428624"/>
                </a:xfrm>
                <a:custGeom>
                  <a:avLst/>
                  <a:gdLst>
                    <a:gd name="connsiteX0" fmla="*/ 142875 w 428625"/>
                    <a:gd name="connsiteY0" fmla="*/ 428586 h 428624"/>
                    <a:gd name="connsiteX1" fmla="*/ 0 w 428625"/>
                    <a:gd name="connsiteY1" fmla="*/ 428586 h 428624"/>
                    <a:gd name="connsiteX2" fmla="*/ 428625 w 428625"/>
                    <a:gd name="connsiteY2" fmla="*/ -39 h 428624"/>
                    <a:gd name="connsiteX3" fmla="*/ 428625 w 428625"/>
                    <a:gd name="connsiteY3" fmla="*/ 142836 h 428624"/>
                    <a:gd name="connsiteX4" fmla="*/ 142875 w 428625"/>
                    <a:gd name="connsiteY4" fmla="*/ 428586 h 4286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28625" h="428624">
                      <a:moveTo>
                        <a:pt x="142875" y="428586"/>
                      </a:moveTo>
                      <a:lnTo>
                        <a:pt x="0" y="428586"/>
                      </a:lnTo>
                      <a:cubicBezTo>
                        <a:pt x="0" y="191861"/>
                        <a:pt x="191900" y="-39"/>
                        <a:pt x="428625" y="-39"/>
                      </a:cubicBezTo>
                      <a:lnTo>
                        <a:pt x="428625" y="142836"/>
                      </a:lnTo>
                      <a:cubicBezTo>
                        <a:pt x="270810" y="142836"/>
                        <a:pt x="142875" y="270771"/>
                        <a:pt x="142875" y="428586"/>
                      </a:cubicBezTo>
                      <a:close/>
                    </a:path>
                  </a:pathLst>
                </a:custGeom>
                <a:grpFill/>
                <a:ln w="476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>
                    <a:latin typeface="Dubai" panose="020B0503030403030204" pitchFamily="34" charset="-78"/>
                    <a:cs typeface="Dubai" panose="020B0503030403030204" pitchFamily="34" charset="-78"/>
                  </a:endParaRPr>
                </a:p>
              </p:txBody>
            </p:sp>
            <p:sp>
              <p:nvSpPr>
                <p:cNvPr id="130" name="Freeform: Shape 129">
                  <a:extLst>
                    <a:ext uri="{FF2B5EF4-FFF2-40B4-BE49-F238E27FC236}">
                      <a16:creationId xmlns:a16="http://schemas.microsoft.com/office/drawing/2014/main" id="{6ABFFEED-6E36-A3A2-AFBF-24000DA90A78}"/>
                    </a:ext>
                  </a:extLst>
                </p:cNvPr>
                <p:cNvSpPr/>
                <p:nvPr/>
              </p:nvSpPr>
              <p:spPr>
                <a:xfrm>
                  <a:off x="2158364" y="1161073"/>
                  <a:ext cx="500062" cy="500062"/>
                </a:xfrm>
                <a:custGeom>
                  <a:avLst/>
                  <a:gdLst>
                    <a:gd name="connsiteX0" fmla="*/ 428625 w 500062"/>
                    <a:gd name="connsiteY0" fmla="*/ 500023 h 500062"/>
                    <a:gd name="connsiteX1" fmla="*/ 357188 w 500062"/>
                    <a:gd name="connsiteY1" fmla="*/ 428586 h 500062"/>
                    <a:gd name="connsiteX2" fmla="*/ 71438 w 500062"/>
                    <a:gd name="connsiteY2" fmla="*/ 142836 h 500062"/>
                    <a:gd name="connsiteX3" fmla="*/ 0 w 500062"/>
                    <a:gd name="connsiteY3" fmla="*/ 71399 h 500062"/>
                    <a:gd name="connsiteX4" fmla="*/ 71438 w 500062"/>
                    <a:gd name="connsiteY4" fmla="*/ -39 h 500062"/>
                    <a:gd name="connsiteX5" fmla="*/ 500063 w 500062"/>
                    <a:gd name="connsiteY5" fmla="*/ 428586 h 500062"/>
                    <a:gd name="connsiteX6" fmla="*/ 428625 w 500062"/>
                    <a:gd name="connsiteY6" fmla="*/ 500023 h 5000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00062" h="500062">
                      <a:moveTo>
                        <a:pt x="428625" y="500023"/>
                      </a:moveTo>
                      <a:cubicBezTo>
                        <a:pt x="389172" y="500023"/>
                        <a:pt x="357188" y="468038"/>
                        <a:pt x="357188" y="428586"/>
                      </a:cubicBezTo>
                      <a:cubicBezTo>
                        <a:pt x="357188" y="270771"/>
                        <a:pt x="229253" y="142836"/>
                        <a:pt x="71438" y="142836"/>
                      </a:cubicBezTo>
                      <a:cubicBezTo>
                        <a:pt x="31985" y="142836"/>
                        <a:pt x="0" y="110851"/>
                        <a:pt x="0" y="71399"/>
                      </a:cubicBezTo>
                      <a:cubicBezTo>
                        <a:pt x="0" y="31946"/>
                        <a:pt x="31985" y="-39"/>
                        <a:pt x="71438" y="-39"/>
                      </a:cubicBezTo>
                      <a:cubicBezTo>
                        <a:pt x="308162" y="-39"/>
                        <a:pt x="500063" y="191861"/>
                        <a:pt x="500063" y="428586"/>
                      </a:cubicBezTo>
                      <a:cubicBezTo>
                        <a:pt x="500063" y="468038"/>
                        <a:pt x="468078" y="500023"/>
                        <a:pt x="428625" y="500023"/>
                      </a:cubicBezTo>
                      <a:close/>
                    </a:path>
                  </a:pathLst>
                </a:custGeom>
                <a:grpFill/>
                <a:ln w="476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>
                    <a:latin typeface="Dubai" panose="020B0503030403030204" pitchFamily="34" charset="-78"/>
                    <a:cs typeface="Dubai" panose="020B0503030403030204" pitchFamily="34" charset="-78"/>
                  </a:endParaRPr>
                </a:p>
              </p:txBody>
            </p:sp>
            <p:sp>
              <p:nvSpPr>
                <p:cNvPr id="131" name="Freeform: Shape 130">
                  <a:extLst>
                    <a:ext uri="{FF2B5EF4-FFF2-40B4-BE49-F238E27FC236}">
                      <a16:creationId xmlns:a16="http://schemas.microsoft.com/office/drawing/2014/main" id="{FAEF39B2-9DCC-425A-1E4E-01ACE291E895}"/>
                    </a:ext>
                  </a:extLst>
                </p:cNvPr>
                <p:cNvSpPr/>
                <p:nvPr/>
              </p:nvSpPr>
              <p:spPr>
                <a:xfrm>
                  <a:off x="1801177" y="1518260"/>
                  <a:ext cx="500062" cy="500062"/>
                </a:xfrm>
                <a:custGeom>
                  <a:avLst/>
                  <a:gdLst>
                    <a:gd name="connsiteX0" fmla="*/ 428625 w 500062"/>
                    <a:gd name="connsiteY0" fmla="*/ 500023 h 500062"/>
                    <a:gd name="connsiteX1" fmla="*/ 0 w 500062"/>
                    <a:gd name="connsiteY1" fmla="*/ 71399 h 500062"/>
                    <a:gd name="connsiteX2" fmla="*/ 71438 w 500062"/>
                    <a:gd name="connsiteY2" fmla="*/ -39 h 500062"/>
                    <a:gd name="connsiteX3" fmla="*/ 142875 w 500062"/>
                    <a:gd name="connsiteY3" fmla="*/ 71399 h 500062"/>
                    <a:gd name="connsiteX4" fmla="*/ 428625 w 500062"/>
                    <a:gd name="connsiteY4" fmla="*/ 357149 h 500062"/>
                    <a:gd name="connsiteX5" fmla="*/ 500063 w 500062"/>
                    <a:gd name="connsiteY5" fmla="*/ 428586 h 500062"/>
                    <a:gd name="connsiteX6" fmla="*/ 428625 w 500062"/>
                    <a:gd name="connsiteY6" fmla="*/ 500023 h 5000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00062" h="500062">
                      <a:moveTo>
                        <a:pt x="428625" y="500023"/>
                      </a:moveTo>
                      <a:cubicBezTo>
                        <a:pt x="191900" y="500023"/>
                        <a:pt x="0" y="308123"/>
                        <a:pt x="0" y="71399"/>
                      </a:cubicBezTo>
                      <a:cubicBezTo>
                        <a:pt x="0" y="31946"/>
                        <a:pt x="31985" y="-39"/>
                        <a:pt x="71438" y="-39"/>
                      </a:cubicBezTo>
                      <a:cubicBezTo>
                        <a:pt x="110890" y="-39"/>
                        <a:pt x="142875" y="31946"/>
                        <a:pt x="142875" y="71399"/>
                      </a:cubicBezTo>
                      <a:cubicBezTo>
                        <a:pt x="142875" y="229214"/>
                        <a:pt x="270810" y="357149"/>
                        <a:pt x="428625" y="357149"/>
                      </a:cubicBezTo>
                      <a:cubicBezTo>
                        <a:pt x="468078" y="357149"/>
                        <a:pt x="500063" y="389133"/>
                        <a:pt x="500063" y="428586"/>
                      </a:cubicBezTo>
                      <a:cubicBezTo>
                        <a:pt x="500063" y="468038"/>
                        <a:pt x="468078" y="500023"/>
                        <a:pt x="428625" y="500023"/>
                      </a:cubicBezTo>
                      <a:close/>
                    </a:path>
                  </a:pathLst>
                </a:custGeom>
                <a:grpFill/>
                <a:ln w="476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>
                    <a:latin typeface="Dubai" panose="020B0503030403030204" pitchFamily="34" charset="-78"/>
                    <a:cs typeface="Dubai" panose="020B0503030403030204" pitchFamily="34" charset="-78"/>
                  </a:endParaRPr>
                </a:p>
              </p:txBody>
            </p:sp>
          </p:grp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ADC3A8D1-1819-5EAF-6A52-EF4132C81885}"/>
                  </a:ext>
                </a:extLst>
              </p:cNvPr>
              <p:cNvSpPr/>
              <p:nvPr/>
            </p:nvSpPr>
            <p:spPr>
              <a:xfrm>
                <a:off x="1694021" y="1117893"/>
                <a:ext cx="1071562" cy="1071562"/>
              </a:xfrm>
              <a:custGeom>
                <a:avLst/>
                <a:gdLst>
                  <a:gd name="connsiteX0" fmla="*/ 1071563 w 1071562"/>
                  <a:gd name="connsiteY0" fmla="*/ 535781 h 1071562"/>
                  <a:gd name="connsiteX1" fmla="*/ 535781 w 1071562"/>
                  <a:gd name="connsiteY1" fmla="*/ 1071562 h 1071562"/>
                  <a:gd name="connsiteX2" fmla="*/ 0 w 1071562"/>
                  <a:gd name="connsiteY2" fmla="*/ 535781 h 1071562"/>
                  <a:gd name="connsiteX3" fmla="*/ 535781 w 1071562"/>
                  <a:gd name="connsiteY3" fmla="*/ 0 h 1071562"/>
                  <a:gd name="connsiteX4" fmla="*/ 1071563 w 1071562"/>
                  <a:gd name="connsiteY4" fmla="*/ 535781 h 10715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562" h="1071562">
                    <a:moveTo>
                      <a:pt x="1071563" y="535781"/>
                    </a:moveTo>
                    <a:cubicBezTo>
                      <a:pt x="1071563" y="831685"/>
                      <a:pt x="831685" y="1071562"/>
                      <a:pt x="535781" y="1071562"/>
                    </a:cubicBezTo>
                    <a:cubicBezTo>
                      <a:pt x="239877" y="1071562"/>
                      <a:pt x="0" y="831685"/>
                      <a:pt x="0" y="535781"/>
                    </a:cubicBezTo>
                    <a:cubicBezTo>
                      <a:pt x="0" y="239877"/>
                      <a:pt x="239877" y="0"/>
                      <a:pt x="535781" y="0"/>
                    </a:cubicBezTo>
                    <a:cubicBezTo>
                      <a:pt x="831685" y="0"/>
                      <a:pt x="1071563" y="239877"/>
                      <a:pt x="1071563" y="535781"/>
                    </a:cubicBezTo>
                    <a:close/>
                  </a:path>
                </a:pathLst>
              </a:custGeom>
              <a:noFill/>
              <a:ln w="11906" cap="flat">
                <a:solidFill>
                  <a:schemeClr val="bg1">
                    <a:lumMod val="8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Dubai" panose="020B0503030403030204" pitchFamily="34" charset="-78"/>
                  <a:cs typeface="Dubai" panose="020B0503030403030204" pitchFamily="34" charset="-78"/>
                </a:endParaRPr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1644E479-8176-A716-2D4D-6C81208C679D}"/>
                  </a:ext>
                </a:extLst>
              </p:cNvPr>
              <p:cNvSpPr/>
              <p:nvPr/>
            </p:nvSpPr>
            <p:spPr>
              <a:xfrm>
                <a:off x="1515427" y="1444906"/>
                <a:ext cx="1428746" cy="3100081"/>
              </a:xfrm>
              <a:custGeom>
                <a:avLst/>
                <a:gdLst>
                  <a:gd name="connsiteX0" fmla="*/ 0 w 1428746"/>
                  <a:gd name="connsiteY0" fmla="*/ 2387095 h 3100081"/>
                  <a:gd name="connsiteX1" fmla="*/ 715790 w 1428746"/>
                  <a:gd name="connsiteY1" fmla="*/ 3100041 h 3100081"/>
                  <a:gd name="connsiteX2" fmla="*/ 1428745 w 1428746"/>
                  <a:gd name="connsiteY2" fmla="*/ 2384266 h 3100081"/>
                  <a:gd name="connsiteX3" fmla="*/ 1190625 w 1428746"/>
                  <a:gd name="connsiteY3" fmla="*/ 1853219 h 3100081"/>
                  <a:gd name="connsiteX4" fmla="*/ 1190625 w 1428746"/>
                  <a:gd name="connsiteY4" fmla="*/ 1853219 h 3100081"/>
                  <a:gd name="connsiteX5" fmla="*/ 887730 w 1428746"/>
                  <a:gd name="connsiteY5" fmla="*/ 323981 h 3100081"/>
                  <a:gd name="connsiteX6" fmla="*/ 887730 w 1428746"/>
                  <a:gd name="connsiteY6" fmla="*/ 323981 h 3100081"/>
                  <a:gd name="connsiteX7" fmla="*/ 830728 w 1428746"/>
                  <a:gd name="connsiteY7" fmla="*/ 35226 h 3100081"/>
                  <a:gd name="connsiteX8" fmla="*/ 541973 w 1428746"/>
                  <a:gd name="connsiteY8" fmla="*/ 92228 h 3100081"/>
                  <a:gd name="connsiteX9" fmla="*/ 506730 w 1428746"/>
                  <a:gd name="connsiteY9" fmla="*/ 208252 h 3100081"/>
                  <a:gd name="connsiteX10" fmla="*/ 541496 w 1428746"/>
                  <a:gd name="connsiteY10" fmla="*/ 323981 h 3100081"/>
                  <a:gd name="connsiteX11" fmla="*/ 541496 w 1428746"/>
                  <a:gd name="connsiteY11" fmla="*/ 323981 h 3100081"/>
                  <a:gd name="connsiteX12" fmla="*/ 240030 w 1428746"/>
                  <a:gd name="connsiteY12" fmla="*/ 1853219 h 3100081"/>
                  <a:gd name="connsiteX13" fmla="*/ 240030 w 1428746"/>
                  <a:gd name="connsiteY13" fmla="*/ 1853219 h 3100081"/>
                  <a:gd name="connsiteX14" fmla="*/ 0 w 1428746"/>
                  <a:gd name="connsiteY14" fmla="*/ 2387095 h 31000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428746" h="3100081">
                    <a:moveTo>
                      <a:pt x="0" y="2387095"/>
                    </a:moveTo>
                    <a:cubicBezTo>
                      <a:pt x="781" y="2781621"/>
                      <a:pt x="321250" y="3100851"/>
                      <a:pt x="715790" y="3100041"/>
                    </a:cubicBezTo>
                    <a:cubicBezTo>
                      <a:pt x="1110325" y="3099279"/>
                      <a:pt x="1429526" y="2778811"/>
                      <a:pt x="1428745" y="2384266"/>
                    </a:cubicBezTo>
                    <a:cubicBezTo>
                      <a:pt x="1428345" y="2181479"/>
                      <a:pt x="1341777" y="1988412"/>
                      <a:pt x="1190625" y="1853219"/>
                    </a:cubicBezTo>
                    <a:lnTo>
                      <a:pt x="1190625" y="1853219"/>
                    </a:lnTo>
                    <a:cubicBezTo>
                      <a:pt x="608647" y="1339346"/>
                      <a:pt x="762000" y="512576"/>
                      <a:pt x="887730" y="323981"/>
                    </a:cubicBezTo>
                    <a:lnTo>
                      <a:pt x="887730" y="323981"/>
                    </a:lnTo>
                    <a:cubicBezTo>
                      <a:pt x="951728" y="228502"/>
                      <a:pt x="926206" y="99224"/>
                      <a:pt x="830728" y="35226"/>
                    </a:cubicBezTo>
                    <a:cubicBezTo>
                      <a:pt x="735249" y="-28772"/>
                      <a:pt x="605971" y="-3250"/>
                      <a:pt x="541973" y="92228"/>
                    </a:cubicBezTo>
                    <a:cubicBezTo>
                      <a:pt x="518970" y="126547"/>
                      <a:pt x="506701" y="166938"/>
                      <a:pt x="506730" y="208252"/>
                    </a:cubicBezTo>
                    <a:cubicBezTo>
                      <a:pt x="506701" y="249405"/>
                      <a:pt x="518793" y="289658"/>
                      <a:pt x="541496" y="323981"/>
                    </a:cubicBezTo>
                    <a:lnTo>
                      <a:pt x="541496" y="323981"/>
                    </a:lnTo>
                    <a:cubicBezTo>
                      <a:pt x="667703" y="514481"/>
                      <a:pt x="821055" y="1336964"/>
                      <a:pt x="240030" y="1853219"/>
                    </a:cubicBezTo>
                    <a:lnTo>
                      <a:pt x="240030" y="1853219"/>
                    </a:lnTo>
                    <a:cubicBezTo>
                      <a:pt x="87435" y="1988727"/>
                      <a:pt x="81" y="2183022"/>
                      <a:pt x="0" y="2387095"/>
                    </a:cubicBezTo>
                    <a:close/>
                  </a:path>
                </a:pathLst>
              </a:custGeom>
              <a:solidFill>
                <a:srgbClr val="F2F2F2"/>
              </a:solidFill>
              <a:ln w="476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Dubai" panose="020B0503030403030204" pitchFamily="34" charset="-78"/>
                  <a:cs typeface="Dubai" panose="020B0503030403030204" pitchFamily="34" charset="-78"/>
                </a:endParaRPr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3D45A54C-B231-AC32-543D-E130287B4887}"/>
                  </a:ext>
                </a:extLst>
              </p:cNvPr>
              <p:cNvSpPr/>
              <p:nvPr/>
            </p:nvSpPr>
            <p:spPr>
              <a:xfrm>
                <a:off x="2075021" y="1498893"/>
                <a:ext cx="309562" cy="309562"/>
              </a:xfrm>
              <a:custGeom>
                <a:avLst/>
                <a:gdLst>
                  <a:gd name="connsiteX0" fmla="*/ 309563 w 309562"/>
                  <a:gd name="connsiteY0" fmla="*/ 154781 h 309562"/>
                  <a:gd name="connsiteX1" fmla="*/ 154781 w 309562"/>
                  <a:gd name="connsiteY1" fmla="*/ 309562 h 309562"/>
                  <a:gd name="connsiteX2" fmla="*/ 0 w 309562"/>
                  <a:gd name="connsiteY2" fmla="*/ 154781 h 309562"/>
                  <a:gd name="connsiteX3" fmla="*/ 154781 w 309562"/>
                  <a:gd name="connsiteY3" fmla="*/ 0 h 309562"/>
                  <a:gd name="connsiteX4" fmla="*/ 309563 w 309562"/>
                  <a:gd name="connsiteY4" fmla="*/ 154781 h 3095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9562" h="309562">
                    <a:moveTo>
                      <a:pt x="309563" y="154781"/>
                    </a:moveTo>
                    <a:cubicBezTo>
                      <a:pt x="309563" y="240265"/>
                      <a:pt x="240265" y="309562"/>
                      <a:pt x="154781" y="309562"/>
                    </a:cubicBezTo>
                    <a:cubicBezTo>
                      <a:pt x="69298" y="309562"/>
                      <a:pt x="0" y="240265"/>
                      <a:pt x="0" y="154781"/>
                    </a:cubicBezTo>
                    <a:cubicBezTo>
                      <a:pt x="0" y="69298"/>
                      <a:pt x="69298" y="0"/>
                      <a:pt x="154781" y="0"/>
                    </a:cubicBezTo>
                    <a:cubicBezTo>
                      <a:pt x="240265" y="0"/>
                      <a:pt x="309563" y="69298"/>
                      <a:pt x="309563" y="15478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0F0F0"/>
                  </a:gs>
                  <a:gs pos="81000">
                    <a:srgbClr val="F5F5F5"/>
                  </a:gs>
                  <a:gs pos="100000">
                    <a:srgbClr val="F7F7F7"/>
                  </a:gs>
                </a:gsLst>
                <a:lin ang="8100000" scaled="1"/>
              </a:gradFill>
              <a:ln w="476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Dubai" panose="020B0503030403030204" pitchFamily="34" charset="-78"/>
                  <a:cs typeface="Dubai" panose="020B0503030403030204" pitchFamily="34" charset="-78"/>
                </a:endParaRPr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9F77C2F8-31F6-F002-090F-363AB56EAA71}"/>
                  </a:ext>
                </a:extLst>
              </p:cNvPr>
              <p:cNvSpPr/>
              <p:nvPr/>
            </p:nvSpPr>
            <p:spPr>
              <a:xfrm>
                <a:off x="2081212" y="1505084"/>
                <a:ext cx="297179" cy="297179"/>
              </a:xfrm>
              <a:custGeom>
                <a:avLst/>
                <a:gdLst>
                  <a:gd name="connsiteX0" fmla="*/ 297180 w 297179"/>
                  <a:gd name="connsiteY0" fmla="*/ 148590 h 297179"/>
                  <a:gd name="connsiteX1" fmla="*/ 148590 w 297179"/>
                  <a:gd name="connsiteY1" fmla="*/ 297180 h 297179"/>
                  <a:gd name="connsiteX2" fmla="*/ 0 w 297179"/>
                  <a:gd name="connsiteY2" fmla="*/ 148590 h 297179"/>
                  <a:gd name="connsiteX3" fmla="*/ 148590 w 297179"/>
                  <a:gd name="connsiteY3" fmla="*/ 0 h 297179"/>
                  <a:gd name="connsiteX4" fmla="*/ 297180 w 297179"/>
                  <a:gd name="connsiteY4" fmla="*/ 148590 h 297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7179" h="297179">
                    <a:moveTo>
                      <a:pt x="297180" y="148590"/>
                    </a:moveTo>
                    <a:cubicBezTo>
                      <a:pt x="297180" y="230654"/>
                      <a:pt x="230654" y="297180"/>
                      <a:pt x="148590" y="297180"/>
                    </a:cubicBezTo>
                    <a:cubicBezTo>
                      <a:pt x="66526" y="297180"/>
                      <a:pt x="0" y="230654"/>
                      <a:pt x="0" y="148590"/>
                    </a:cubicBezTo>
                    <a:cubicBezTo>
                      <a:pt x="0" y="66526"/>
                      <a:pt x="66526" y="0"/>
                      <a:pt x="148590" y="0"/>
                    </a:cubicBezTo>
                    <a:cubicBezTo>
                      <a:pt x="230654" y="0"/>
                      <a:pt x="297180" y="66526"/>
                      <a:pt x="297180" y="1485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Dubai" panose="020B0503030403030204" pitchFamily="34" charset="-78"/>
                  <a:cs typeface="Dubai" panose="020B0503030403030204" pitchFamily="34" charset="-78"/>
                </a:endParaRPr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768E3218-0242-359E-EA70-07C984C3C304}"/>
                  </a:ext>
                </a:extLst>
              </p:cNvPr>
              <p:cNvSpPr/>
              <p:nvPr/>
            </p:nvSpPr>
            <p:spPr>
              <a:xfrm>
                <a:off x="1501140" y="3088615"/>
                <a:ext cx="1487804" cy="1487804"/>
              </a:xfrm>
              <a:custGeom>
                <a:avLst/>
                <a:gdLst>
                  <a:gd name="connsiteX0" fmla="*/ 1487805 w 1487804"/>
                  <a:gd name="connsiteY0" fmla="*/ 743902 h 1487804"/>
                  <a:gd name="connsiteX1" fmla="*/ 743903 w 1487804"/>
                  <a:gd name="connsiteY1" fmla="*/ 1487805 h 1487804"/>
                  <a:gd name="connsiteX2" fmla="*/ 0 w 1487804"/>
                  <a:gd name="connsiteY2" fmla="*/ 743902 h 1487804"/>
                  <a:gd name="connsiteX3" fmla="*/ 743903 w 1487804"/>
                  <a:gd name="connsiteY3" fmla="*/ 0 h 1487804"/>
                  <a:gd name="connsiteX4" fmla="*/ 1487805 w 1487804"/>
                  <a:gd name="connsiteY4" fmla="*/ 743902 h 1487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87804" h="1487804">
                    <a:moveTo>
                      <a:pt x="1487805" y="743902"/>
                    </a:moveTo>
                    <a:cubicBezTo>
                      <a:pt x="1487805" y="1154748"/>
                      <a:pt x="1154748" y="1487805"/>
                      <a:pt x="743903" y="1487805"/>
                    </a:cubicBezTo>
                    <a:cubicBezTo>
                      <a:pt x="333057" y="1487805"/>
                      <a:pt x="0" y="1154748"/>
                      <a:pt x="0" y="743902"/>
                    </a:cubicBezTo>
                    <a:cubicBezTo>
                      <a:pt x="0" y="333057"/>
                      <a:pt x="333056" y="0"/>
                      <a:pt x="743903" y="0"/>
                    </a:cubicBezTo>
                    <a:cubicBezTo>
                      <a:pt x="1154748" y="0"/>
                      <a:pt x="1487805" y="333057"/>
                      <a:pt x="1487805" y="743902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Dubai" panose="020B0503030403030204" pitchFamily="34" charset="-78"/>
                  <a:cs typeface="Dubai" panose="020B0503030403030204" pitchFamily="34" charset="-78"/>
                </a:endParaRPr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6A9EF712-438B-E176-4627-4442547133F3}"/>
                  </a:ext>
                </a:extLst>
              </p:cNvPr>
              <p:cNvSpPr/>
              <p:nvPr/>
            </p:nvSpPr>
            <p:spPr>
              <a:xfrm>
                <a:off x="1513046" y="3100521"/>
                <a:ext cx="1463992" cy="1463991"/>
              </a:xfrm>
              <a:custGeom>
                <a:avLst/>
                <a:gdLst>
                  <a:gd name="connsiteX0" fmla="*/ 1463992 w 1463992"/>
                  <a:gd name="connsiteY0" fmla="*/ 731996 h 1463991"/>
                  <a:gd name="connsiteX1" fmla="*/ 731996 w 1463992"/>
                  <a:gd name="connsiteY1" fmla="*/ 1463992 h 1463991"/>
                  <a:gd name="connsiteX2" fmla="*/ 0 w 1463992"/>
                  <a:gd name="connsiteY2" fmla="*/ 731996 h 1463991"/>
                  <a:gd name="connsiteX3" fmla="*/ 731996 w 1463992"/>
                  <a:gd name="connsiteY3" fmla="*/ 0 h 1463991"/>
                  <a:gd name="connsiteX4" fmla="*/ 1463992 w 1463992"/>
                  <a:gd name="connsiteY4" fmla="*/ 731996 h 14639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3992" h="1463991">
                    <a:moveTo>
                      <a:pt x="1463992" y="731996"/>
                    </a:moveTo>
                    <a:cubicBezTo>
                      <a:pt x="1463992" y="1136266"/>
                      <a:pt x="1136267" y="1463992"/>
                      <a:pt x="731996" y="1463992"/>
                    </a:cubicBezTo>
                    <a:cubicBezTo>
                      <a:pt x="327726" y="1463992"/>
                      <a:pt x="0" y="1136266"/>
                      <a:pt x="0" y="731996"/>
                    </a:cubicBezTo>
                    <a:cubicBezTo>
                      <a:pt x="0" y="327726"/>
                      <a:pt x="327726" y="0"/>
                      <a:pt x="731996" y="0"/>
                    </a:cubicBezTo>
                    <a:cubicBezTo>
                      <a:pt x="1136267" y="0"/>
                      <a:pt x="1463992" y="327726"/>
                      <a:pt x="1463992" y="731996"/>
                    </a:cubicBezTo>
                    <a:close/>
                  </a:path>
                </a:pathLst>
              </a:custGeom>
              <a:gradFill>
                <a:gsLst>
                  <a:gs pos="0">
                    <a:srgbClr val="F0F0F0"/>
                  </a:gs>
                  <a:gs pos="81000">
                    <a:srgbClr val="F5F5F5"/>
                  </a:gs>
                  <a:gs pos="100000">
                    <a:srgbClr val="F7F7F7"/>
                  </a:gs>
                </a:gsLst>
                <a:lin ang="18900000" scaled="1"/>
              </a:gradFill>
              <a:ln w="476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Dubai" panose="020B0503030403030204" pitchFamily="34" charset="-78"/>
                  <a:cs typeface="Dubai" panose="020B0503030403030204" pitchFamily="34" charset="-78"/>
                </a:endParaRPr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418C5D05-898F-E684-D39C-6BC86087C459}"/>
                  </a:ext>
                </a:extLst>
              </p:cNvPr>
              <p:cNvSpPr/>
              <p:nvPr/>
            </p:nvSpPr>
            <p:spPr>
              <a:xfrm>
                <a:off x="1673542" y="3261017"/>
                <a:ext cx="1143000" cy="1142999"/>
              </a:xfrm>
              <a:custGeom>
                <a:avLst/>
                <a:gdLst>
                  <a:gd name="connsiteX0" fmla="*/ 1143000 w 1143000"/>
                  <a:gd name="connsiteY0" fmla="*/ 571500 h 1142999"/>
                  <a:gd name="connsiteX1" fmla="*/ 571500 w 1143000"/>
                  <a:gd name="connsiteY1" fmla="*/ 1143000 h 1142999"/>
                  <a:gd name="connsiteX2" fmla="*/ 0 w 1143000"/>
                  <a:gd name="connsiteY2" fmla="*/ 571500 h 1142999"/>
                  <a:gd name="connsiteX3" fmla="*/ 571500 w 1143000"/>
                  <a:gd name="connsiteY3" fmla="*/ 0 h 1142999"/>
                  <a:gd name="connsiteX4" fmla="*/ 1143000 w 1143000"/>
                  <a:gd name="connsiteY4" fmla="*/ 571500 h 1142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3000" h="1142999">
                    <a:moveTo>
                      <a:pt x="1143000" y="571500"/>
                    </a:moveTo>
                    <a:cubicBezTo>
                      <a:pt x="1143000" y="887131"/>
                      <a:pt x="887131" y="1143000"/>
                      <a:pt x="571500" y="1143000"/>
                    </a:cubicBezTo>
                    <a:cubicBezTo>
                      <a:pt x="255869" y="1143000"/>
                      <a:pt x="0" y="887131"/>
                      <a:pt x="0" y="571500"/>
                    </a:cubicBezTo>
                    <a:cubicBezTo>
                      <a:pt x="0" y="255869"/>
                      <a:pt x="255869" y="0"/>
                      <a:pt x="571500" y="0"/>
                    </a:cubicBezTo>
                    <a:cubicBezTo>
                      <a:pt x="887131" y="0"/>
                      <a:pt x="1143000" y="255869"/>
                      <a:pt x="1143000" y="57150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476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Dubai" panose="020B0503030403030204" pitchFamily="34" charset="-78"/>
                  <a:cs typeface="Dubai" panose="020B0503030403030204" pitchFamily="34" charset="-78"/>
                </a:endParaRPr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51410651-7BC9-0CC8-5393-8D9FC85CC1A3}"/>
                  </a:ext>
                </a:extLst>
              </p:cNvPr>
              <p:cNvSpPr/>
              <p:nvPr/>
            </p:nvSpPr>
            <p:spPr>
              <a:xfrm>
                <a:off x="1630679" y="3218630"/>
                <a:ext cx="1226820" cy="1226820"/>
              </a:xfrm>
              <a:custGeom>
                <a:avLst/>
                <a:gdLst>
                  <a:gd name="connsiteX0" fmla="*/ 614363 w 1226820"/>
                  <a:gd name="connsiteY0" fmla="*/ -38 h 1226820"/>
                  <a:gd name="connsiteX1" fmla="*/ 1 w 1226820"/>
                  <a:gd name="connsiteY1" fmla="*/ 612419 h 1226820"/>
                  <a:gd name="connsiteX2" fmla="*/ 612458 w 1226820"/>
                  <a:gd name="connsiteY2" fmla="*/ 1226781 h 1226820"/>
                  <a:gd name="connsiteX3" fmla="*/ 1226821 w 1226820"/>
                  <a:gd name="connsiteY3" fmla="*/ 614324 h 1226820"/>
                  <a:gd name="connsiteX4" fmla="*/ 1226821 w 1226820"/>
                  <a:gd name="connsiteY4" fmla="*/ 613372 h 1226820"/>
                  <a:gd name="connsiteX5" fmla="*/ 614363 w 1226820"/>
                  <a:gd name="connsiteY5" fmla="*/ -38 h 1226820"/>
                  <a:gd name="connsiteX6" fmla="*/ 614363 w 1226820"/>
                  <a:gd name="connsiteY6" fmla="*/ 1184871 h 1226820"/>
                  <a:gd name="connsiteX7" fmla="*/ 42863 w 1226820"/>
                  <a:gd name="connsiteY7" fmla="*/ 613372 h 1226820"/>
                  <a:gd name="connsiteX8" fmla="*/ 614363 w 1226820"/>
                  <a:gd name="connsiteY8" fmla="*/ 41872 h 1226820"/>
                  <a:gd name="connsiteX9" fmla="*/ 1185863 w 1226820"/>
                  <a:gd name="connsiteY9" fmla="*/ 613372 h 1226820"/>
                  <a:gd name="connsiteX10" fmla="*/ 614363 w 1226820"/>
                  <a:gd name="connsiteY10" fmla="*/ 1184871 h 1226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26820" h="1226820">
                    <a:moveTo>
                      <a:pt x="614363" y="-38"/>
                    </a:moveTo>
                    <a:cubicBezTo>
                      <a:pt x="275588" y="-562"/>
                      <a:pt x="529" y="273643"/>
                      <a:pt x="1" y="612419"/>
                    </a:cubicBezTo>
                    <a:cubicBezTo>
                      <a:pt x="-523" y="951176"/>
                      <a:pt x="273682" y="1226258"/>
                      <a:pt x="612458" y="1226781"/>
                    </a:cubicBezTo>
                    <a:cubicBezTo>
                      <a:pt x="951234" y="1227305"/>
                      <a:pt x="1226292" y="953081"/>
                      <a:pt x="1226821" y="614324"/>
                    </a:cubicBezTo>
                    <a:cubicBezTo>
                      <a:pt x="1226821" y="614005"/>
                      <a:pt x="1226821" y="613691"/>
                      <a:pt x="1226821" y="613372"/>
                    </a:cubicBezTo>
                    <a:cubicBezTo>
                      <a:pt x="1226821" y="274968"/>
                      <a:pt x="952767" y="485"/>
                      <a:pt x="614363" y="-38"/>
                    </a:cubicBezTo>
                    <a:close/>
                    <a:moveTo>
                      <a:pt x="614363" y="1184871"/>
                    </a:moveTo>
                    <a:cubicBezTo>
                      <a:pt x="298733" y="1184871"/>
                      <a:pt x="42863" y="928982"/>
                      <a:pt x="42863" y="613372"/>
                    </a:cubicBezTo>
                    <a:cubicBezTo>
                      <a:pt x="42863" y="297742"/>
                      <a:pt x="298733" y="41872"/>
                      <a:pt x="614363" y="41872"/>
                    </a:cubicBezTo>
                    <a:cubicBezTo>
                      <a:pt x="929993" y="41872"/>
                      <a:pt x="1185863" y="297742"/>
                      <a:pt x="1185863" y="613372"/>
                    </a:cubicBezTo>
                    <a:cubicBezTo>
                      <a:pt x="1185863" y="928982"/>
                      <a:pt x="929993" y="1184871"/>
                      <a:pt x="614363" y="118487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6E6E6"/>
                  </a:gs>
                  <a:gs pos="23000">
                    <a:srgbClr val="F0F0F0"/>
                  </a:gs>
                  <a:gs pos="64000">
                    <a:srgbClr val="FFFFFF"/>
                  </a:gs>
                  <a:gs pos="99000">
                    <a:srgbClr val="FFFFFF"/>
                  </a:gs>
                </a:gsLst>
                <a:lin ang="18900000" scaled="1"/>
              </a:gradFill>
              <a:ln w="476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Dubai" panose="020B0503030403030204" pitchFamily="34" charset="-78"/>
                  <a:cs typeface="Dubai" panose="020B0503030403030204" pitchFamily="34" charset="-78"/>
                </a:endParaRPr>
              </a:p>
            </p:txBody>
          </p:sp>
        </p:grp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2A21B180-105F-72EE-91BB-99ADB98F3454}"/>
                </a:ext>
              </a:extLst>
            </p:cNvPr>
            <p:cNvSpPr txBox="1"/>
            <p:nvPr/>
          </p:nvSpPr>
          <p:spPr>
            <a:xfrm>
              <a:off x="1128263" y="5186806"/>
              <a:ext cx="2227340" cy="15259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  <a:buNone/>
              </a:pPr>
              <a:r>
                <a:rPr lang="en-GB" sz="1400" b="1" dirty="0">
                  <a:solidFill>
                    <a:schemeClr val="accent1"/>
                  </a:solidFill>
                  <a:latin typeface="Dubai" panose="020B0503030403030204" pitchFamily="34" charset="-78"/>
                  <a:cs typeface="Dubai" panose="020B0503030403030204" pitchFamily="34" charset="-78"/>
                </a:rPr>
                <a:t>Analyse and Establish</a:t>
              </a:r>
            </a:p>
            <a:p>
              <a:pPr algn="ctr">
                <a:spcAft>
                  <a:spcPts val="600"/>
                </a:spcAft>
              </a:pPr>
              <a:r>
                <a:rPr lang="en-GB" sz="1050" dirty="0">
                  <a:solidFill>
                    <a:schemeClr val="accent1"/>
                  </a:solidFill>
                  <a:latin typeface="Dubai" panose="020B0503030403030204" pitchFamily="34" charset="-78"/>
                  <a:cs typeface="Dubai" panose="020B0503030403030204" pitchFamily="34" charset="-78"/>
                </a:rPr>
                <a:t>Evaluate current situation; establish mechanisms, systems, process, for transformation in Bus depots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43418808-B77B-35F4-5506-CD88B8DCA37F}"/>
                </a:ext>
              </a:extLst>
            </p:cNvPr>
            <p:cNvSpPr txBox="1"/>
            <p:nvPr/>
          </p:nvSpPr>
          <p:spPr>
            <a:xfrm>
              <a:off x="2813433" y="1372706"/>
              <a:ext cx="2797488" cy="1648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GB" sz="1400" b="1" dirty="0">
                  <a:solidFill>
                    <a:schemeClr val="accent1"/>
                  </a:solidFill>
                  <a:latin typeface="Dubai" panose="020B0503030403030204" pitchFamily="34" charset="-78"/>
                  <a:cs typeface="Dubai" panose="020B0503030403030204" pitchFamily="34" charset="-78"/>
                </a:rPr>
                <a:t>Implement and Uplift Bus Depots</a:t>
              </a:r>
            </a:p>
            <a:p>
              <a:pPr algn="ctr">
                <a:spcAft>
                  <a:spcPts val="600"/>
                </a:spcAft>
              </a:pPr>
              <a:r>
                <a:rPr lang="en-GB" sz="1000" dirty="0">
                  <a:solidFill>
                    <a:schemeClr val="accent1"/>
                  </a:solidFill>
                  <a:latin typeface="Dubai" panose="020B0503030403030204" pitchFamily="34" charset="-78"/>
                  <a:cs typeface="Dubai" panose="020B0503030403030204" pitchFamily="34" charset="-78"/>
                </a:rPr>
                <a:t>Execute projects, initiatives, empower teams, and ensure cross-department collaboration.</a:t>
              </a:r>
            </a:p>
            <a:p>
              <a:pPr algn="ctr">
                <a:spcAft>
                  <a:spcPts val="600"/>
                </a:spcAft>
              </a:pPr>
              <a:endParaRPr lang="en-GB" sz="120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4ACD791E-9088-27BA-7B8D-02307EF62D04}"/>
                </a:ext>
              </a:extLst>
            </p:cNvPr>
            <p:cNvSpPr txBox="1"/>
            <p:nvPr/>
          </p:nvSpPr>
          <p:spPr>
            <a:xfrm>
              <a:off x="4987231" y="5186810"/>
              <a:ext cx="2230813" cy="12999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GB" sz="1400" b="1" dirty="0">
                  <a:solidFill>
                    <a:schemeClr val="accent1"/>
                  </a:solidFill>
                  <a:latin typeface="Dubai" panose="020B0503030403030204" pitchFamily="34" charset="-78"/>
                  <a:cs typeface="Dubai" panose="020B0503030403030204" pitchFamily="34" charset="-78"/>
                </a:rPr>
                <a:t>Stabilize &amp; Optimize</a:t>
              </a:r>
            </a:p>
            <a:p>
              <a:pPr algn="ctr">
                <a:spcAft>
                  <a:spcPts val="600"/>
                </a:spcAft>
              </a:pPr>
              <a:r>
                <a:rPr lang="en-GB" sz="1100" dirty="0">
                  <a:solidFill>
                    <a:schemeClr val="accent1"/>
                  </a:solidFill>
                  <a:latin typeface="Dubai" panose="020B0503030403030204" pitchFamily="34" charset="-78"/>
                  <a:cs typeface="Dubai" panose="020B0503030403030204" pitchFamily="34" charset="-78"/>
                </a:rPr>
                <a:t>Automate the tasks and apply tools to enable lean management with flexibility for smooth bus operations</a:t>
              </a:r>
              <a:endParaRPr lang="en-IN" sz="120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D44D4AD1-B493-C7A5-4001-CAD8145513AB}"/>
                </a:ext>
              </a:extLst>
            </p:cNvPr>
            <p:cNvSpPr txBox="1"/>
            <p:nvPr/>
          </p:nvSpPr>
          <p:spPr>
            <a:xfrm>
              <a:off x="6732239" y="1375132"/>
              <a:ext cx="2574774" cy="14129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GB" sz="1400" b="1" dirty="0">
                  <a:solidFill>
                    <a:schemeClr val="accent1"/>
                  </a:solidFill>
                  <a:latin typeface="Dubai" panose="020B0503030403030204" pitchFamily="34" charset="-78"/>
                  <a:cs typeface="Dubai" panose="020B0503030403030204" pitchFamily="34" charset="-78"/>
                </a:rPr>
                <a:t>Improve and Comply; Monitor and Measure</a:t>
              </a:r>
            </a:p>
            <a:p>
              <a:pPr algn="ctr">
                <a:spcAft>
                  <a:spcPts val="600"/>
                </a:spcAft>
              </a:pPr>
              <a:r>
                <a:rPr lang="en-GB" sz="1200" dirty="0">
                  <a:solidFill>
                    <a:schemeClr val="accent1"/>
                  </a:solidFill>
                  <a:latin typeface="Dubai" panose="020B0503030403030204" pitchFamily="34" charset="-78"/>
                  <a:cs typeface="Dubai" panose="020B0503030403030204" pitchFamily="34" charset="-78"/>
                </a:rPr>
                <a:t>Effective compliance mechanism; KPIs, evaluate outcomes; benefits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447206FC-A082-5617-9E47-4132CB9B59A3}"/>
                </a:ext>
              </a:extLst>
            </p:cNvPr>
            <p:cNvSpPr txBox="1"/>
            <p:nvPr/>
          </p:nvSpPr>
          <p:spPr>
            <a:xfrm>
              <a:off x="8843586" y="5079087"/>
              <a:ext cx="2230813" cy="11868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GB" sz="1400" b="1" dirty="0">
                  <a:solidFill>
                    <a:schemeClr val="accent1"/>
                  </a:solidFill>
                  <a:latin typeface="Dubai" panose="020B0503030403030204" pitchFamily="34" charset="-78"/>
                  <a:cs typeface="Dubai" panose="020B0503030403030204" pitchFamily="34" charset="-78"/>
                </a:rPr>
                <a:t>Sustain &amp; Future Ready</a:t>
              </a:r>
            </a:p>
            <a:p>
              <a:pPr algn="ctr">
                <a:spcAft>
                  <a:spcPts val="600"/>
                </a:spcAft>
              </a:pPr>
              <a:r>
                <a:rPr lang="en-GB" sz="1200" dirty="0">
                  <a:solidFill>
                    <a:schemeClr val="accent1"/>
                  </a:solidFill>
                  <a:latin typeface="Dubai" panose="020B0503030403030204" pitchFamily="34" charset="-78"/>
                  <a:cs typeface="Dubai" panose="020B0503030403030204" pitchFamily="34" charset="-78"/>
                </a:rPr>
                <a:t>Sustain the performance and be future ready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A5CACC3F-BCE7-FE7A-AD1C-871162089B9B}"/>
                </a:ext>
              </a:extLst>
            </p:cNvPr>
            <p:cNvSpPr txBox="1"/>
            <p:nvPr/>
          </p:nvSpPr>
          <p:spPr>
            <a:xfrm>
              <a:off x="1771294" y="3436890"/>
              <a:ext cx="921422" cy="79125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GB" b="1" dirty="0">
                  <a:solidFill>
                    <a:schemeClr val="bg1"/>
                  </a:solidFill>
                  <a:latin typeface="Dubai" panose="020B0503030403030204" pitchFamily="34" charset="-78"/>
                  <a:cs typeface="Dubai" panose="020B0503030403030204" pitchFamily="34" charset="-78"/>
                </a:rPr>
                <a:t>Q1 2026</a:t>
              </a:r>
              <a:endParaRPr lang="en-IN" b="1" dirty="0">
                <a:solidFill>
                  <a:schemeClr val="bg1"/>
                </a:solidFill>
                <a:latin typeface="Dubai" panose="020B0503030403030204" pitchFamily="34" charset="-78"/>
                <a:cs typeface="Dubai" panose="020B0503030403030204" pitchFamily="34" charset="-78"/>
              </a:endParaRPr>
            </a:p>
          </p:txBody>
        </p:sp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F4CC0DD9-D53E-EBA6-8CB5-D68622BDC5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17672" y="1542232"/>
              <a:ext cx="218038" cy="218038"/>
            </a:xfrm>
            <a:prstGeom prst="rect">
              <a:avLst/>
            </a:prstGeom>
          </p:spPr>
        </p:pic>
        <p:pic>
          <p:nvPicPr>
            <p:cNvPr id="115" name="Picture 114">
              <a:extLst>
                <a:ext uri="{FF2B5EF4-FFF2-40B4-BE49-F238E27FC236}">
                  <a16:creationId xmlns:a16="http://schemas.microsoft.com/office/drawing/2014/main" id="{A527774A-9065-F573-01D4-29298CAFDD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77168" y="5919915"/>
              <a:ext cx="182888" cy="182888"/>
            </a:xfrm>
            <a:prstGeom prst="rect">
              <a:avLst/>
            </a:prstGeom>
          </p:spPr>
        </p:pic>
        <p:pic>
          <p:nvPicPr>
            <p:cNvPr id="116" name="Picture 115">
              <a:extLst>
                <a:ext uri="{FF2B5EF4-FFF2-40B4-BE49-F238E27FC236}">
                  <a16:creationId xmlns:a16="http://schemas.microsoft.com/office/drawing/2014/main" id="{3BC50658-CAE9-9394-E0B5-5F6F658FD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21823" y="1569583"/>
              <a:ext cx="161628" cy="161628"/>
            </a:xfrm>
            <a:prstGeom prst="rect">
              <a:avLst/>
            </a:prstGeom>
          </p:spPr>
        </p:pic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FC90C66D-8703-6D11-A621-927CE0F9B42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42453" y="5931526"/>
              <a:ext cx="154346" cy="154346"/>
            </a:xfrm>
            <a:prstGeom prst="rect">
              <a:avLst/>
            </a:prstGeom>
          </p:spPr>
        </p:pic>
        <p:pic>
          <p:nvPicPr>
            <p:cNvPr id="118" name="Picture 117">
              <a:extLst>
                <a:ext uri="{FF2B5EF4-FFF2-40B4-BE49-F238E27FC236}">
                  <a16:creationId xmlns:a16="http://schemas.microsoft.com/office/drawing/2014/main" id="{0827BA9A-E19C-DB3C-69B5-4E7A07AE8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891187" y="1582591"/>
              <a:ext cx="135612" cy="135612"/>
            </a:xfrm>
            <a:prstGeom prst="rect">
              <a:avLst/>
            </a:prstGeom>
          </p:spPr>
        </p:pic>
      </p:grpSp>
      <p:sp>
        <p:nvSpPr>
          <p:cNvPr id="183" name="TextBox 182">
            <a:extLst>
              <a:ext uri="{FF2B5EF4-FFF2-40B4-BE49-F238E27FC236}">
                <a16:creationId xmlns:a16="http://schemas.microsoft.com/office/drawing/2014/main" id="{907D8103-4F4F-3232-5F94-9AB8BBFED4A3}"/>
              </a:ext>
            </a:extLst>
          </p:cNvPr>
          <p:cNvSpPr txBox="1"/>
          <p:nvPr/>
        </p:nvSpPr>
        <p:spPr>
          <a:xfrm>
            <a:off x="3060258" y="2614233"/>
            <a:ext cx="75266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b="1" dirty="0">
                <a:solidFill>
                  <a:schemeClr val="bg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Q3</a:t>
            </a:r>
          </a:p>
          <a:p>
            <a:pPr algn="ctr"/>
            <a:r>
              <a:rPr lang="en-GB" b="1" dirty="0">
                <a:solidFill>
                  <a:schemeClr val="bg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2026</a:t>
            </a:r>
            <a:endParaRPr lang="en-IN" b="1" dirty="0">
              <a:solidFill>
                <a:schemeClr val="bg1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67374C16-B975-C5F8-3925-B7749B11F985}"/>
              </a:ext>
            </a:extLst>
          </p:cNvPr>
          <p:cNvSpPr txBox="1"/>
          <p:nvPr/>
        </p:nvSpPr>
        <p:spPr>
          <a:xfrm>
            <a:off x="4658728" y="2570477"/>
            <a:ext cx="75266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b="1" dirty="0">
                <a:solidFill>
                  <a:schemeClr val="bg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Q1 2027</a:t>
            </a:r>
            <a:endParaRPr lang="en-IN" b="1" dirty="0">
              <a:solidFill>
                <a:schemeClr val="bg1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8290073C-A3CD-F09D-E9E3-66C5E4B4483F}"/>
              </a:ext>
            </a:extLst>
          </p:cNvPr>
          <p:cNvSpPr txBox="1"/>
          <p:nvPr/>
        </p:nvSpPr>
        <p:spPr>
          <a:xfrm>
            <a:off x="6214896" y="2577678"/>
            <a:ext cx="75266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b="1" dirty="0">
                <a:solidFill>
                  <a:schemeClr val="bg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Q3 2027</a:t>
            </a:r>
            <a:endParaRPr lang="en-IN" b="1" dirty="0">
              <a:solidFill>
                <a:schemeClr val="bg1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F963D92E-5F0A-7A56-2A15-36A33DAB6DB4}"/>
              </a:ext>
            </a:extLst>
          </p:cNvPr>
          <p:cNvSpPr txBox="1"/>
          <p:nvPr/>
        </p:nvSpPr>
        <p:spPr>
          <a:xfrm>
            <a:off x="7824288" y="2708816"/>
            <a:ext cx="75266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b="1" dirty="0">
                <a:solidFill>
                  <a:schemeClr val="bg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2028</a:t>
            </a:r>
            <a:endParaRPr lang="en-IN" b="1" dirty="0">
              <a:solidFill>
                <a:schemeClr val="bg1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188" name="Rectangle 44">
            <a:extLst>
              <a:ext uri="{FF2B5EF4-FFF2-40B4-BE49-F238E27FC236}">
                <a16:creationId xmlns:a16="http://schemas.microsoft.com/office/drawing/2014/main" id="{7CEAC799-16AD-D770-8920-D588D9614D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644" y="5430915"/>
            <a:ext cx="401534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1097324" rtl="1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en-US" altLang="en-US" sz="1000" b="1" dirty="0">
                <a:solidFill>
                  <a:schemeClr val="accent1"/>
                </a:solidFill>
                <a:latin typeface="RTA Office"/>
                <a:cs typeface="RTA Office"/>
              </a:rPr>
              <a:t>HSE</a:t>
            </a:r>
            <a:endParaRPr lang="en-US" altLang="en-US" sz="1000" dirty="0">
              <a:solidFill>
                <a:schemeClr val="accent1"/>
              </a:solidFill>
              <a:latin typeface="RTA Office"/>
              <a:cs typeface="RTA Office"/>
            </a:endParaRPr>
          </a:p>
        </p:txBody>
      </p:sp>
      <p:grpSp>
        <p:nvGrpSpPr>
          <p:cNvPr id="189" name="Gráfico 249">
            <a:extLst>
              <a:ext uri="{FF2B5EF4-FFF2-40B4-BE49-F238E27FC236}">
                <a16:creationId xmlns:a16="http://schemas.microsoft.com/office/drawing/2014/main" id="{D19AFF66-A817-04E6-A5B8-5C71F71240DE}"/>
              </a:ext>
            </a:extLst>
          </p:cNvPr>
          <p:cNvGrpSpPr/>
          <p:nvPr/>
        </p:nvGrpSpPr>
        <p:grpSpPr>
          <a:xfrm>
            <a:off x="639102" y="5365067"/>
            <a:ext cx="216000" cy="216000"/>
            <a:chOff x="5119694" y="2836554"/>
            <a:chExt cx="654197" cy="654197"/>
          </a:xfrm>
          <a:solidFill>
            <a:schemeClr val="accent1"/>
          </a:solidFill>
        </p:grpSpPr>
        <p:sp>
          <p:nvSpPr>
            <p:cNvPr id="190" name="Forma libre 367">
              <a:extLst>
                <a:ext uri="{FF2B5EF4-FFF2-40B4-BE49-F238E27FC236}">
                  <a16:creationId xmlns:a16="http://schemas.microsoft.com/office/drawing/2014/main" id="{BF01873C-3EBF-8312-2AF2-44842538F583}"/>
                </a:ext>
              </a:extLst>
            </p:cNvPr>
            <p:cNvSpPr/>
            <p:nvPr/>
          </p:nvSpPr>
          <p:spPr>
            <a:xfrm>
              <a:off x="5200510" y="2835596"/>
              <a:ext cx="491925" cy="655475"/>
            </a:xfrm>
            <a:custGeom>
              <a:avLst/>
              <a:gdLst>
                <a:gd name="connsiteX0" fmla="*/ 482452 w 491925"/>
                <a:gd name="connsiteY0" fmla="*/ 83492 h 655474"/>
                <a:gd name="connsiteX1" fmla="*/ 250832 w 491925"/>
                <a:gd name="connsiteY1" fmla="*/ 1736 h 655474"/>
                <a:gd name="connsiteX2" fmla="*/ 241731 w 491925"/>
                <a:gd name="connsiteY2" fmla="*/ 1736 h 655474"/>
                <a:gd name="connsiteX3" fmla="*/ 10112 w 491925"/>
                <a:gd name="connsiteY3" fmla="*/ 83492 h 655474"/>
                <a:gd name="connsiteX4" fmla="*/ 958 w 491925"/>
                <a:gd name="connsiteY4" fmla="*/ 96412 h 655474"/>
                <a:gd name="connsiteX5" fmla="*/ 958 w 491925"/>
                <a:gd name="connsiteY5" fmla="*/ 259923 h 655474"/>
                <a:gd name="connsiteX6" fmla="*/ 240108 w 491925"/>
                <a:gd name="connsiteY6" fmla="*/ 653678 h 655474"/>
                <a:gd name="connsiteX7" fmla="*/ 246282 w 491925"/>
                <a:gd name="connsiteY7" fmla="*/ 655155 h 655474"/>
                <a:gd name="connsiteX8" fmla="*/ 252456 w 491925"/>
                <a:gd name="connsiteY8" fmla="*/ 653678 h 655474"/>
                <a:gd name="connsiteX9" fmla="*/ 491606 w 491925"/>
                <a:gd name="connsiteY9" fmla="*/ 259924 h 655474"/>
                <a:gd name="connsiteX10" fmla="*/ 491606 w 491925"/>
                <a:gd name="connsiteY10" fmla="*/ 96412 h 655474"/>
                <a:gd name="connsiteX11" fmla="*/ 482452 w 491925"/>
                <a:gd name="connsiteY11" fmla="*/ 83492 h 655474"/>
                <a:gd name="connsiteX12" fmla="*/ 246202 w 491925"/>
                <a:gd name="connsiteY12" fmla="*/ 164469 h 655474"/>
                <a:gd name="connsiteX13" fmla="*/ 314325 w 491925"/>
                <a:gd name="connsiteY13" fmla="*/ 232599 h 655474"/>
                <a:gd name="connsiteX14" fmla="*/ 246202 w 491925"/>
                <a:gd name="connsiteY14" fmla="*/ 300729 h 655474"/>
                <a:gd name="connsiteX15" fmla="*/ 178078 w 491925"/>
                <a:gd name="connsiteY15" fmla="*/ 232599 h 655474"/>
                <a:gd name="connsiteX16" fmla="*/ 246202 w 491925"/>
                <a:gd name="connsiteY16" fmla="*/ 164469 h 655474"/>
                <a:gd name="connsiteX17" fmla="*/ 368944 w 491925"/>
                <a:gd name="connsiteY17" fmla="*/ 405573 h 655474"/>
                <a:gd name="connsiteX18" fmla="*/ 339743 w 491925"/>
                <a:gd name="connsiteY18" fmla="*/ 437091 h 655474"/>
                <a:gd name="connsiteX19" fmla="*/ 152821 w 491925"/>
                <a:gd name="connsiteY19" fmla="*/ 437091 h 655474"/>
                <a:gd name="connsiteX20" fmla="*/ 123620 w 491925"/>
                <a:gd name="connsiteY20" fmla="*/ 405573 h 655474"/>
                <a:gd name="connsiteX21" fmla="*/ 123620 w 491925"/>
                <a:gd name="connsiteY21" fmla="*/ 396842 h 655474"/>
                <a:gd name="connsiteX22" fmla="*/ 153062 w 491925"/>
                <a:gd name="connsiteY22" fmla="*/ 342551 h 655474"/>
                <a:gd name="connsiteX23" fmla="*/ 246282 w 491925"/>
                <a:gd name="connsiteY23" fmla="*/ 314429 h 655474"/>
                <a:gd name="connsiteX24" fmla="*/ 339503 w 491925"/>
                <a:gd name="connsiteY24" fmla="*/ 342551 h 655474"/>
                <a:gd name="connsiteX25" fmla="*/ 368944 w 491925"/>
                <a:gd name="connsiteY25" fmla="*/ 396841 h 655474"/>
                <a:gd name="connsiteX26" fmla="*/ 368944 w 491925"/>
                <a:gd name="connsiteY26" fmla="*/ 405573 h 655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91925" h="655474">
                  <a:moveTo>
                    <a:pt x="482452" y="83492"/>
                  </a:moveTo>
                  <a:lnTo>
                    <a:pt x="250832" y="1736"/>
                  </a:lnTo>
                  <a:cubicBezTo>
                    <a:pt x="247905" y="699"/>
                    <a:pt x="244658" y="699"/>
                    <a:pt x="241731" y="1736"/>
                  </a:cubicBezTo>
                  <a:lnTo>
                    <a:pt x="10112" y="83492"/>
                  </a:lnTo>
                  <a:cubicBezTo>
                    <a:pt x="4630" y="85421"/>
                    <a:pt x="958" y="90597"/>
                    <a:pt x="958" y="96412"/>
                  </a:cubicBezTo>
                  <a:lnTo>
                    <a:pt x="958" y="259923"/>
                  </a:lnTo>
                  <a:cubicBezTo>
                    <a:pt x="958" y="471564"/>
                    <a:pt x="32358" y="548915"/>
                    <a:pt x="240108" y="653678"/>
                  </a:cubicBezTo>
                  <a:cubicBezTo>
                    <a:pt x="242050" y="654663"/>
                    <a:pt x="244179" y="655155"/>
                    <a:pt x="246282" y="655155"/>
                  </a:cubicBezTo>
                  <a:cubicBezTo>
                    <a:pt x="248384" y="655155"/>
                    <a:pt x="250513" y="654663"/>
                    <a:pt x="252456" y="653678"/>
                  </a:cubicBezTo>
                  <a:cubicBezTo>
                    <a:pt x="460206" y="548916"/>
                    <a:pt x="491606" y="471565"/>
                    <a:pt x="491606" y="259924"/>
                  </a:cubicBezTo>
                  <a:lnTo>
                    <a:pt x="491606" y="96412"/>
                  </a:lnTo>
                  <a:cubicBezTo>
                    <a:pt x="491606" y="90597"/>
                    <a:pt x="487934" y="85421"/>
                    <a:pt x="482452" y="83492"/>
                  </a:cubicBezTo>
                  <a:close/>
                  <a:moveTo>
                    <a:pt x="246202" y="164469"/>
                  </a:moveTo>
                  <a:cubicBezTo>
                    <a:pt x="283776" y="164469"/>
                    <a:pt x="314325" y="195035"/>
                    <a:pt x="314325" y="232599"/>
                  </a:cubicBezTo>
                  <a:cubicBezTo>
                    <a:pt x="314325" y="270163"/>
                    <a:pt x="283776" y="300729"/>
                    <a:pt x="246202" y="300729"/>
                  </a:cubicBezTo>
                  <a:cubicBezTo>
                    <a:pt x="208628" y="300729"/>
                    <a:pt x="178078" y="270163"/>
                    <a:pt x="178078" y="232599"/>
                  </a:cubicBezTo>
                  <a:cubicBezTo>
                    <a:pt x="178078" y="195035"/>
                    <a:pt x="208628" y="164469"/>
                    <a:pt x="246202" y="164469"/>
                  </a:cubicBezTo>
                  <a:close/>
                  <a:moveTo>
                    <a:pt x="368944" y="405573"/>
                  </a:moveTo>
                  <a:cubicBezTo>
                    <a:pt x="368944" y="422955"/>
                    <a:pt x="355847" y="437091"/>
                    <a:pt x="339743" y="437091"/>
                  </a:cubicBezTo>
                  <a:lnTo>
                    <a:pt x="152821" y="437091"/>
                  </a:lnTo>
                  <a:cubicBezTo>
                    <a:pt x="136717" y="437091"/>
                    <a:pt x="123620" y="422955"/>
                    <a:pt x="123620" y="405573"/>
                  </a:cubicBezTo>
                  <a:lnTo>
                    <a:pt x="123620" y="396842"/>
                  </a:lnTo>
                  <a:cubicBezTo>
                    <a:pt x="123620" y="374069"/>
                    <a:pt x="134906" y="353266"/>
                    <a:pt x="153062" y="342551"/>
                  </a:cubicBezTo>
                  <a:cubicBezTo>
                    <a:pt x="174837" y="329720"/>
                    <a:pt x="208697" y="314429"/>
                    <a:pt x="246282" y="314429"/>
                  </a:cubicBezTo>
                  <a:cubicBezTo>
                    <a:pt x="283868" y="314429"/>
                    <a:pt x="317729" y="329722"/>
                    <a:pt x="339503" y="342551"/>
                  </a:cubicBezTo>
                  <a:cubicBezTo>
                    <a:pt x="357658" y="353265"/>
                    <a:pt x="368944" y="374068"/>
                    <a:pt x="368944" y="396841"/>
                  </a:cubicBezTo>
                  <a:lnTo>
                    <a:pt x="368944" y="4055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36">
                <a:defRPr/>
              </a:pPr>
              <a:endParaRPr lang="es-MX">
                <a:solidFill>
                  <a:schemeClr val="accent1"/>
                </a:solidFill>
                <a:latin typeface="Calibri" panose="020F0502020204030204"/>
                <a:cs typeface="RTA Office"/>
              </a:endParaRPr>
            </a:p>
          </p:txBody>
        </p:sp>
      </p:grpSp>
      <p:sp>
        <p:nvSpPr>
          <p:cNvPr id="191" name="Rectangle 44">
            <a:extLst>
              <a:ext uri="{FF2B5EF4-FFF2-40B4-BE49-F238E27FC236}">
                <a16:creationId xmlns:a16="http://schemas.microsoft.com/office/drawing/2014/main" id="{CFC936B7-280D-DA2E-13F0-9F2609D5D9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1436" y="5425821"/>
            <a:ext cx="2294728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097324" rtl="1">
              <a:spcBef>
                <a:spcPct val="0"/>
              </a:spcBef>
              <a:defRPr/>
            </a:pPr>
            <a:r>
              <a:rPr lang="en-US" altLang="en-US" sz="1000" b="1" dirty="0">
                <a:solidFill>
                  <a:schemeClr val="accent1"/>
                </a:solidFill>
                <a:latin typeface="RTA Office"/>
                <a:cs typeface="RTA Office"/>
              </a:rPr>
              <a:t>Digitalization / Data Analyses / AI </a:t>
            </a:r>
          </a:p>
        </p:txBody>
      </p:sp>
      <p:pic>
        <p:nvPicPr>
          <p:cNvPr id="192" name="Gráfico 225">
            <a:extLst>
              <a:ext uri="{FF2B5EF4-FFF2-40B4-BE49-F238E27FC236}">
                <a16:creationId xmlns:a16="http://schemas.microsoft.com/office/drawing/2014/main" id="{AFF1168C-F658-96C5-5CED-3EA60DADA42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44044" y="5370083"/>
            <a:ext cx="216000" cy="213712"/>
          </a:xfrm>
          <a:prstGeom prst="rect">
            <a:avLst/>
          </a:prstGeom>
        </p:spPr>
      </p:pic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AADDE87F-BDD7-CE17-594D-99EA3BC49087}"/>
              </a:ext>
            </a:extLst>
          </p:cNvPr>
          <p:cNvCxnSpPr>
            <a:cxnSpLocks/>
          </p:cNvCxnSpPr>
          <p:nvPr/>
        </p:nvCxnSpPr>
        <p:spPr>
          <a:xfrm flipV="1">
            <a:off x="1236465" y="5360467"/>
            <a:ext cx="0" cy="252000"/>
          </a:xfrm>
          <a:prstGeom prst="straightConnector1">
            <a:avLst/>
          </a:prstGeom>
          <a:ln w="12700">
            <a:solidFill>
              <a:schemeClr val="bg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Rectangle 44">
            <a:extLst>
              <a:ext uri="{FF2B5EF4-FFF2-40B4-BE49-F238E27FC236}">
                <a16:creationId xmlns:a16="http://schemas.microsoft.com/office/drawing/2014/main" id="{E557BA18-79C6-5A41-44E9-B16A0D00C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9914" y="5425822"/>
            <a:ext cx="140381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1097324" rtl="1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en-US" altLang="en-US" sz="900" b="1" dirty="0">
                <a:solidFill>
                  <a:schemeClr val="accent1"/>
                </a:solidFill>
                <a:latin typeface="RTA Office"/>
                <a:cs typeface="RTA Office"/>
              </a:rPr>
              <a:t>Operational Governance </a:t>
            </a:r>
            <a:endParaRPr lang="en-US" altLang="en-US" sz="900" dirty="0">
              <a:solidFill>
                <a:schemeClr val="accent1"/>
              </a:solidFill>
              <a:latin typeface="RTA Office"/>
              <a:cs typeface="RTA Office"/>
            </a:endParaRPr>
          </a:p>
        </p:txBody>
      </p:sp>
      <p:sp>
        <p:nvSpPr>
          <p:cNvPr id="195" name="Gráfico 87">
            <a:extLst>
              <a:ext uri="{FF2B5EF4-FFF2-40B4-BE49-F238E27FC236}">
                <a16:creationId xmlns:a16="http://schemas.microsoft.com/office/drawing/2014/main" id="{2A24D8A7-3F19-E9BF-EF49-DF8561CD2EF1}"/>
              </a:ext>
            </a:extLst>
          </p:cNvPr>
          <p:cNvSpPr/>
          <p:nvPr/>
        </p:nvSpPr>
        <p:spPr>
          <a:xfrm>
            <a:off x="3923077" y="5372387"/>
            <a:ext cx="180000" cy="216000"/>
          </a:xfrm>
          <a:custGeom>
            <a:avLst/>
            <a:gdLst>
              <a:gd name="connsiteX0" fmla="*/ 213878 w 427753"/>
              <a:gd name="connsiteY0" fmla="*/ 0 h 570339"/>
              <a:gd name="connsiteX1" fmla="*/ 0 w 427753"/>
              <a:gd name="connsiteY1" fmla="*/ 81477 h 570339"/>
              <a:gd name="connsiteX2" fmla="*/ 0 w 427753"/>
              <a:gd name="connsiteY2" fmla="*/ 285170 h 570339"/>
              <a:gd name="connsiteX3" fmla="*/ 213877 w 427753"/>
              <a:gd name="connsiteY3" fmla="*/ 570340 h 570339"/>
              <a:gd name="connsiteX4" fmla="*/ 427754 w 427753"/>
              <a:gd name="connsiteY4" fmla="*/ 285170 h 570339"/>
              <a:gd name="connsiteX5" fmla="*/ 427754 w 427753"/>
              <a:gd name="connsiteY5" fmla="*/ 81477 h 570339"/>
              <a:gd name="connsiteX6" fmla="*/ 213878 w 427753"/>
              <a:gd name="connsiteY6" fmla="*/ 0 h 570339"/>
              <a:gd name="connsiteX7" fmla="*/ 71293 w 427753"/>
              <a:gd name="connsiteY7" fmla="*/ 285170 h 570339"/>
              <a:gd name="connsiteX8" fmla="*/ 213878 w 427753"/>
              <a:gd name="connsiteY8" fmla="*/ 285170 h 570339"/>
              <a:gd name="connsiteX9" fmla="*/ 213878 w 427753"/>
              <a:gd name="connsiteY9" fmla="*/ 76306 h 570339"/>
              <a:gd name="connsiteX10" fmla="*/ 356463 w 427753"/>
              <a:gd name="connsiteY10" fmla="*/ 130645 h 570339"/>
              <a:gd name="connsiteX11" fmla="*/ 356463 w 427753"/>
              <a:gd name="connsiteY11" fmla="*/ 285170 h 570339"/>
              <a:gd name="connsiteX12" fmla="*/ 213878 w 427753"/>
              <a:gd name="connsiteY12" fmla="*/ 285170 h 570339"/>
              <a:gd name="connsiteX13" fmla="*/ 213878 w 427753"/>
              <a:gd name="connsiteY13" fmla="*/ 490832 h 570339"/>
              <a:gd name="connsiteX14" fmla="*/ 71293 w 427753"/>
              <a:gd name="connsiteY14" fmla="*/ 285170 h 570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27753" h="570339">
                <a:moveTo>
                  <a:pt x="213878" y="0"/>
                </a:moveTo>
                <a:lnTo>
                  <a:pt x="0" y="81477"/>
                </a:lnTo>
                <a:lnTo>
                  <a:pt x="0" y="285170"/>
                </a:lnTo>
                <a:cubicBezTo>
                  <a:pt x="0" y="448123"/>
                  <a:pt x="85552" y="509232"/>
                  <a:pt x="213877" y="570340"/>
                </a:cubicBezTo>
                <a:cubicBezTo>
                  <a:pt x="342202" y="509232"/>
                  <a:pt x="427754" y="448123"/>
                  <a:pt x="427754" y="285170"/>
                </a:cubicBezTo>
                <a:lnTo>
                  <a:pt x="427754" y="81477"/>
                </a:lnTo>
                <a:cubicBezTo>
                  <a:pt x="427755" y="81477"/>
                  <a:pt x="213878" y="0"/>
                  <a:pt x="213878" y="0"/>
                </a:cubicBezTo>
                <a:close/>
                <a:moveTo>
                  <a:pt x="71293" y="285170"/>
                </a:moveTo>
                <a:lnTo>
                  <a:pt x="213878" y="285170"/>
                </a:lnTo>
                <a:lnTo>
                  <a:pt x="213878" y="76306"/>
                </a:lnTo>
                <a:lnTo>
                  <a:pt x="356463" y="130645"/>
                </a:lnTo>
                <a:lnTo>
                  <a:pt x="356463" y="285170"/>
                </a:lnTo>
                <a:lnTo>
                  <a:pt x="213878" y="285170"/>
                </a:lnTo>
                <a:lnTo>
                  <a:pt x="213878" y="490832"/>
                </a:lnTo>
                <a:cubicBezTo>
                  <a:pt x="115433" y="440355"/>
                  <a:pt x="71293" y="395485"/>
                  <a:pt x="71293" y="28517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pPr defTabSz="1097324">
              <a:defRPr/>
            </a:pPr>
            <a:endParaRPr lang="es-MX" sz="1620" dirty="0">
              <a:solidFill>
                <a:schemeClr val="accent1"/>
              </a:solidFill>
              <a:latin typeface="RTA Office"/>
              <a:cs typeface="RTA Office"/>
            </a:endParaRPr>
          </a:p>
        </p:txBody>
      </p: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0EC29371-C13D-EFA4-BA8E-E7C885AAD515}"/>
              </a:ext>
            </a:extLst>
          </p:cNvPr>
          <p:cNvCxnSpPr>
            <a:cxnSpLocks/>
          </p:cNvCxnSpPr>
          <p:nvPr/>
        </p:nvCxnSpPr>
        <p:spPr>
          <a:xfrm flipV="1">
            <a:off x="3820093" y="5352757"/>
            <a:ext cx="0" cy="252000"/>
          </a:xfrm>
          <a:prstGeom prst="straightConnector1">
            <a:avLst/>
          </a:prstGeom>
          <a:ln w="12700">
            <a:solidFill>
              <a:schemeClr val="bg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A6A17A07-B532-BEE2-1028-D8AF48BBB82E}"/>
              </a:ext>
            </a:extLst>
          </p:cNvPr>
          <p:cNvGrpSpPr/>
          <p:nvPr/>
        </p:nvGrpSpPr>
        <p:grpSpPr>
          <a:xfrm>
            <a:off x="5696573" y="5371173"/>
            <a:ext cx="216000" cy="216000"/>
            <a:chOff x="4319588" y="2492375"/>
            <a:chExt cx="287338" cy="287338"/>
          </a:xfrm>
          <a:solidFill>
            <a:schemeClr val="accent1"/>
          </a:solidFill>
        </p:grpSpPr>
        <p:sp>
          <p:nvSpPr>
            <p:cNvPr id="198" name="Freeform 372">
              <a:extLst>
                <a:ext uri="{FF2B5EF4-FFF2-40B4-BE49-F238E27FC236}">
                  <a16:creationId xmlns:a16="http://schemas.microsoft.com/office/drawing/2014/main" id="{687957B0-58EE-7941-3F25-C708F08D28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588" y="2587625"/>
              <a:ext cx="287338" cy="192088"/>
            </a:xfrm>
            <a:custGeom>
              <a:avLst/>
              <a:gdLst>
                <a:gd name="T0" fmla="*/ 843 w 904"/>
                <a:gd name="T1" fmla="*/ 572 h 602"/>
                <a:gd name="T2" fmla="*/ 843 w 904"/>
                <a:gd name="T3" fmla="*/ 12 h 602"/>
                <a:gd name="T4" fmla="*/ 841 w 904"/>
                <a:gd name="T5" fmla="*/ 7 h 602"/>
                <a:gd name="T6" fmla="*/ 836 w 904"/>
                <a:gd name="T7" fmla="*/ 3 h 602"/>
                <a:gd name="T8" fmla="*/ 831 w 904"/>
                <a:gd name="T9" fmla="*/ 1 h 602"/>
                <a:gd name="T10" fmla="*/ 708 w 904"/>
                <a:gd name="T11" fmla="*/ 0 h 602"/>
                <a:gd name="T12" fmla="*/ 702 w 904"/>
                <a:gd name="T13" fmla="*/ 2 h 602"/>
                <a:gd name="T14" fmla="*/ 697 w 904"/>
                <a:gd name="T15" fmla="*/ 5 h 602"/>
                <a:gd name="T16" fmla="*/ 694 w 904"/>
                <a:gd name="T17" fmla="*/ 9 h 602"/>
                <a:gd name="T18" fmla="*/ 693 w 904"/>
                <a:gd name="T19" fmla="*/ 16 h 602"/>
                <a:gd name="T20" fmla="*/ 632 w 904"/>
                <a:gd name="T21" fmla="*/ 572 h 602"/>
                <a:gd name="T22" fmla="*/ 632 w 904"/>
                <a:gd name="T23" fmla="*/ 283 h 602"/>
                <a:gd name="T24" fmla="*/ 630 w 904"/>
                <a:gd name="T25" fmla="*/ 277 h 602"/>
                <a:gd name="T26" fmla="*/ 626 w 904"/>
                <a:gd name="T27" fmla="*/ 274 h 602"/>
                <a:gd name="T28" fmla="*/ 621 w 904"/>
                <a:gd name="T29" fmla="*/ 271 h 602"/>
                <a:gd name="T30" fmla="*/ 497 w 904"/>
                <a:gd name="T31" fmla="*/ 271 h 602"/>
                <a:gd name="T32" fmla="*/ 491 w 904"/>
                <a:gd name="T33" fmla="*/ 272 h 602"/>
                <a:gd name="T34" fmla="*/ 487 w 904"/>
                <a:gd name="T35" fmla="*/ 275 h 602"/>
                <a:gd name="T36" fmla="*/ 483 w 904"/>
                <a:gd name="T37" fmla="*/ 281 h 602"/>
                <a:gd name="T38" fmla="*/ 482 w 904"/>
                <a:gd name="T39" fmla="*/ 286 h 602"/>
                <a:gd name="T40" fmla="*/ 421 w 904"/>
                <a:gd name="T41" fmla="*/ 572 h 602"/>
                <a:gd name="T42" fmla="*/ 421 w 904"/>
                <a:gd name="T43" fmla="*/ 193 h 602"/>
                <a:gd name="T44" fmla="*/ 419 w 904"/>
                <a:gd name="T45" fmla="*/ 187 h 602"/>
                <a:gd name="T46" fmla="*/ 415 w 904"/>
                <a:gd name="T47" fmla="*/ 183 h 602"/>
                <a:gd name="T48" fmla="*/ 409 w 904"/>
                <a:gd name="T49" fmla="*/ 181 h 602"/>
                <a:gd name="T50" fmla="*/ 286 w 904"/>
                <a:gd name="T51" fmla="*/ 181 h 602"/>
                <a:gd name="T52" fmla="*/ 281 w 904"/>
                <a:gd name="T53" fmla="*/ 182 h 602"/>
                <a:gd name="T54" fmla="*/ 275 w 904"/>
                <a:gd name="T55" fmla="*/ 185 h 602"/>
                <a:gd name="T56" fmla="*/ 272 w 904"/>
                <a:gd name="T57" fmla="*/ 190 h 602"/>
                <a:gd name="T58" fmla="*/ 271 w 904"/>
                <a:gd name="T59" fmla="*/ 196 h 602"/>
                <a:gd name="T60" fmla="*/ 211 w 904"/>
                <a:gd name="T61" fmla="*/ 572 h 602"/>
                <a:gd name="T62" fmla="*/ 211 w 904"/>
                <a:gd name="T63" fmla="*/ 404 h 602"/>
                <a:gd name="T64" fmla="*/ 209 w 904"/>
                <a:gd name="T65" fmla="*/ 399 h 602"/>
                <a:gd name="T66" fmla="*/ 205 w 904"/>
                <a:gd name="T67" fmla="*/ 394 h 602"/>
                <a:gd name="T68" fmla="*/ 199 w 904"/>
                <a:gd name="T69" fmla="*/ 392 h 602"/>
                <a:gd name="T70" fmla="*/ 76 w 904"/>
                <a:gd name="T71" fmla="*/ 391 h 602"/>
                <a:gd name="T72" fmla="*/ 69 w 904"/>
                <a:gd name="T73" fmla="*/ 392 h 602"/>
                <a:gd name="T74" fmla="*/ 65 w 904"/>
                <a:gd name="T75" fmla="*/ 396 h 602"/>
                <a:gd name="T76" fmla="*/ 62 w 904"/>
                <a:gd name="T77" fmla="*/ 401 h 602"/>
                <a:gd name="T78" fmla="*/ 61 w 904"/>
                <a:gd name="T79" fmla="*/ 406 h 602"/>
                <a:gd name="T80" fmla="*/ 15 w 904"/>
                <a:gd name="T81" fmla="*/ 572 h 602"/>
                <a:gd name="T82" fmla="*/ 9 w 904"/>
                <a:gd name="T83" fmla="*/ 573 h 602"/>
                <a:gd name="T84" fmla="*/ 5 w 904"/>
                <a:gd name="T85" fmla="*/ 577 h 602"/>
                <a:gd name="T86" fmla="*/ 2 w 904"/>
                <a:gd name="T87" fmla="*/ 581 h 602"/>
                <a:gd name="T88" fmla="*/ 0 w 904"/>
                <a:gd name="T89" fmla="*/ 587 h 602"/>
                <a:gd name="T90" fmla="*/ 2 w 904"/>
                <a:gd name="T91" fmla="*/ 593 h 602"/>
                <a:gd name="T92" fmla="*/ 5 w 904"/>
                <a:gd name="T93" fmla="*/ 598 h 602"/>
                <a:gd name="T94" fmla="*/ 9 w 904"/>
                <a:gd name="T95" fmla="*/ 601 h 602"/>
                <a:gd name="T96" fmla="*/ 15 w 904"/>
                <a:gd name="T97" fmla="*/ 602 h 602"/>
                <a:gd name="T98" fmla="*/ 196 w 904"/>
                <a:gd name="T99" fmla="*/ 602 h 602"/>
                <a:gd name="T100" fmla="*/ 406 w 904"/>
                <a:gd name="T101" fmla="*/ 602 h 602"/>
                <a:gd name="T102" fmla="*/ 617 w 904"/>
                <a:gd name="T103" fmla="*/ 602 h 602"/>
                <a:gd name="T104" fmla="*/ 828 w 904"/>
                <a:gd name="T105" fmla="*/ 602 h 602"/>
                <a:gd name="T106" fmla="*/ 891 w 904"/>
                <a:gd name="T107" fmla="*/ 602 h 602"/>
                <a:gd name="T108" fmla="*/ 896 w 904"/>
                <a:gd name="T109" fmla="*/ 600 h 602"/>
                <a:gd name="T110" fmla="*/ 901 w 904"/>
                <a:gd name="T111" fmla="*/ 596 h 602"/>
                <a:gd name="T112" fmla="*/ 903 w 904"/>
                <a:gd name="T113" fmla="*/ 591 h 602"/>
                <a:gd name="T114" fmla="*/ 903 w 904"/>
                <a:gd name="T115" fmla="*/ 584 h 602"/>
                <a:gd name="T116" fmla="*/ 901 w 904"/>
                <a:gd name="T117" fmla="*/ 579 h 602"/>
                <a:gd name="T118" fmla="*/ 896 w 904"/>
                <a:gd name="T119" fmla="*/ 575 h 602"/>
                <a:gd name="T120" fmla="*/ 891 w 904"/>
                <a:gd name="T121" fmla="*/ 57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04" h="602">
                  <a:moveTo>
                    <a:pt x="889" y="572"/>
                  </a:moveTo>
                  <a:lnTo>
                    <a:pt x="843" y="572"/>
                  </a:lnTo>
                  <a:lnTo>
                    <a:pt x="843" y="16"/>
                  </a:lnTo>
                  <a:lnTo>
                    <a:pt x="843" y="12"/>
                  </a:lnTo>
                  <a:lnTo>
                    <a:pt x="842" y="9"/>
                  </a:lnTo>
                  <a:lnTo>
                    <a:pt x="841" y="7"/>
                  </a:lnTo>
                  <a:lnTo>
                    <a:pt x="838" y="5"/>
                  </a:lnTo>
                  <a:lnTo>
                    <a:pt x="836" y="3"/>
                  </a:lnTo>
                  <a:lnTo>
                    <a:pt x="834" y="2"/>
                  </a:lnTo>
                  <a:lnTo>
                    <a:pt x="831" y="1"/>
                  </a:lnTo>
                  <a:lnTo>
                    <a:pt x="828" y="1"/>
                  </a:lnTo>
                  <a:lnTo>
                    <a:pt x="708" y="0"/>
                  </a:lnTo>
                  <a:lnTo>
                    <a:pt x="704" y="1"/>
                  </a:lnTo>
                  <a:lnTo>
                    <a:pt x="702" y="2"/>
                  </a:lnTo>
                  <a:lnTo>
                    <a:pt x="699" y="3"/>
                  </a:lnTo>
                  <a:lnTo>
                    <a:pt x="697" y="5"/>
                  </a:lnTo>
                  <a:lnTo>
                    <a:pt x="695" y="7"/>
                  </a:lnTo>
                  <a:lnTo>
                    <a:pt x="694" y="9"/>
                  </a:lnTo>
                  <a:lnTo>
                    <a:pt x="693" y="12"/>
                  </a:lnTo>
                  <a:lnTo>
                    <a:pt x="693" y="16"/>
                  </a:lnTo>
                  <a:lnTo>
                    <a:pt x="693" y="572"/>
                  </a:lnTo>
                  <a:lnTo>
                    <a:pt x="632" y="572"/>
                  </a:lnTo>
                  <a:lnTo>
                    <a:pt x="632" y="286"/>
                  </a:lnTo>
                  <a:lnTo>
                    <a:pt x="632" y="283"/>
                  </a:lnTo>
                  <a:lnTo>
                    <a:pt x="631" y="281"/>
                  </a:lnTo>
                  <a:lnTo>
                    <a:pt x="630" y="277"/>
                  </a:lnTo>
                  <a:lnTo>
                    <a:pt x="628" y="275"/>
                  </a:lnTo>
                  <a:lnTo>
                    <a:pt x="626" y="274"/>
                  </a:lnTo>
                  <a:lnTo>
                    <a:pt x="623" y="272"/>
                  </a:lnTo>
                  <a:lnTo>
                    <a:pt x="621" y="271"/>
                  </a:lnTo>
                  <a:lnTo>
                    <a:pt x="617" y="271"/>
                  </a:lnTo>
                  <a:lnTo>
                    <a:pt x="497" y="271"/>
                  </a:lnTo>
                  <a:lnTo>
                    <a:pt x="494" y="271"/>
                  </a:lnTo>
                  <a:lnTo>
                    <a:pt x="491" y="272"/>
                  </a:lnTo>
                  <a:lnTo>
                    <a:pt x="489" y="274"/>
                  </a:lnTo>
                  <a:lnTo>
                    <a:pt x="487" y="275"/>
                  </a:lnTo>
                  <a:lnTo>
                    <a:pt x="484" y="277"/>
                  </a:lnTo>
                  <a:lnTo>
                    <a:pt x="483" y="281"/>
                  </a:lnTo>
                  <a:lnTo>
                    <a:pt x="482" y="283"/>
                  </a:lnTo>
                  <a:lnTo>
                    <a:pt x="482" y="286"/>
                  </a:lnTo>
                  <a:lnTo>
                    <a:pt x="482" y="572"/>
                  </a:lnTo>
                  <a:lnTo>
                    <a:pt x="421" y="572"/>
                  </a:lnTo>
                  <a:lnTo>
                    <a:pt x="421" y="196"/>
                  </a:lnTo>
                  <a:lnTo>
                    <a:pt x="421" y="193"/>
                  </a:lnTo>
                  <a:lnTo>
                    <a:pt x="420" y="190"/>
                  </a:lnTo>
                  <a:lnTo>
                    <a:pt x="419" y="187"/>
                  </a:lnTo>
                  <a:lnTo>
                    <a:pt x="417" y="185"/>
                  </a:lnTo>
                  <a:lnTo>
                    <a:pt x="415" y="183"/>
                  </a:lnTo>
                  <a:lnTo>
                    <a:pt x="413" y="182"/>
                  </a:lnTo>
                  <a:lnTo>
                    <a:pt x="409" y="181"/>
                  </a:lnTo>
                  <a:lnTo>
                    <a:pt x="406" y="181"/>
                  </a:lnTo>
                  <a:lnTo>
                    <a:pt x="286" y="181"/>
                  </a:lnTo>
                  <a:lnTo>
                    <a:pt x="283" y="181"/>
                  </a:lnTo>
                  <a:lnTo>
                    <a:pt x="281" y="182"/>
                  </a:lnTo>
                  <a:lnTo>
                    <a:pt x="277" y="183"/>
                  </a:lnTo>
                  <a:lnTo>
                    <a:pt x="275" y="185"/>
                  </a:lnTo>
                  <a:lnTo>
                    <a:pt x="273" y="187"/>
                  </a:lnTo>
                  <a:lnTo>
                    <a:pt x="272" y="190"/>
                  </a:lnTo>
                  <a:lnTo>
                    <a:pt x="271" y="193"/>
                  </a:lnTo>
                  <a:lnTo>
                    <a:pt x="271" y="196"/>
                  </a:lnTo>
                  <a:lnTo>
                    <a:pt x="271" y="572"/>
                  </a:lnTo>
                  <a:lnTo>
                    <a:pt x="211" y="572"/>
                  </a:lnTo>
                  <a:lnTo>
                    <a:pt x="211" y="406"/>
                  </a:lnTo>
                  <a:lnTo>
                    <a:pt x="211" y="404"/>
                  </a:lnTo>
                  <a:lnTo>
                    <a:pt x="210" y="401"/>
                  </a:lnTo>
                  <a:lnTo>
                    <a:pt x="209" y="399"/>
                  </a:lnTo>
                  <a:lnTo>
                    <a:pt x="207" y="396"/>
                  </a:lnTo>
                  <a:lnTo>
                    <a:pt x="205" y="394"/>
                  </a:lnTo>
                  <a:lnTo>
                    <a:pt x="201" y="393"/>
                  </a:lnTo>
                  <a:lnTo>
                    <a:pt x="199" y="392"/>
                  </a:lnTo>
                  <a:lnTo>
                    <a:pt x="196" y="391"/>
                  </a:lnTo>
                  <a:lnTo>
                    <a:pt x="76" y="391"/>
                  </a:lnTo>
                  <a:lnTo>
                    <a:pt x="73" y="392"/>
                  </a:lnTo>
                  <a:lnTo>
                    <a:pt x="69" y="392"/>
                  </a:lnTo>
                  <a:lnTo>
                    <a:pt x="67" y="394"/>
                  </a:lnTo>
                  <a:lnTo>
                    <a:pt x="65" y="396"/>
                  </a:lnTo>
                  <a:lnTo>
                    <a:pt x="63" y="399"/>
                  </a:lnTo>
                  <a:lnTo>
                    <a:pt x="62" y="401"/>
                  </a:lnTo>
                  <a:lnTo>
                    <a:pt x="61" y="404"/>
                  </a:lnTo>
                  <a:lnTo>
                    <a:pt x="61" y="406"/>
                  </a:lnTo>
                  <a:lnTo>
                    <a:pt x="61" y="572"/>
                  </a:lnTo>
                  <a:lnTo>
                    <a:pt x="15" y="572"/>
                  </a:lnTo>
                  <a:lnTo>
                    <a:pt x="13" y="572"/>
                  </a:lnTo>
                  <a:lnTo>
                    <a:pt x="9" y="573"/>
                  </a:lnTo>
                  <a:lnTo>
                    <a:pt x="7" y="575"/>
                  </a:lnTo>
                  <a:lnTo>
                    <a:pt x="5" y="577"/>
                  </a:lnTo>
                  <a:lnTo>
                    <a:pt x="3" y="579"/>
                  </a:lnTo>
                  <a:lnTo>
                    <a:pt x="2" y="581"/>
                  </a:lnTo>
                  <a:lnTo>
                    <a:pt x="1" y="584"/>
                  </a:lnTo>
                  <a:lnTo>
                    <a:pt x="0" y="587"/>
                  </a:lnTo>
                  <a:lnTo>
                    <a:pt x="1" y="591"/>
                  </a:lnTo>
                  <a:lnTo>
                    <a:pt x="2" y="593"/>
                  </a:lnTo>
                  <a:lnTo>
                    <a:pt x="3" y="596"/>
                  </a:lnTo>
                  <a:lnTo>
                    <a:pt x="5" y="598"/>
                  </a:lnTo>
                  <a:lnTo>
                    <a:pt x="7" y="600"/>
                  </a:lnTo>
                  <a:lnTo>
                    <a:pt x="9" y="601"/>
                  </a:lnTo>
                  <a:lnTo>
                    <a:pt x="13" y="602"/>
                  </a:lnTo>
                  <a:lnTo>
                    <a:pt x="15" y="602"/>
                  </a:lnTo>
                  <a:lnTo>
                    <a:pt x="76" y="602"/>
                  </a:lnTo>
                  <a:lnTo>
                    <a:pt x="196" y="602"/>
                  </a:lnTo>
                  <a:lnTo>
                    <a:pt x="286" y="602"/>
                  </a:lnTo>
                  <a:lnTo>
                    <a:pt x="406" y="602"/>
                  </a:lnTo>
                  <a:lnTo>
                    <a:pt x="497" y="602"/>
                  </a:lnTo>
                  <a:lnTo>
                    <a:pt x="617" y="602"/>
                  </a:lnTo>
                  <a:lnTo>
                    <a:pt x="708" y="602"/>
                  </a:lnTo>
                  <a:lnTo>
                    <a:pt x="828" y="602"/>
                  </a:lnTo>
                  <a:lnTo>
                    <a:pt x="889" y="602"/>
                  </a:lnTo>
                  <a:lnTo>
                    <a:pt x="891" y="602"/>
                  </a:lnTo>
                  <a:lnTo>
                    <a:pt x="894" y="601"/>
                  </a:lnTo>
                  <a:lnTo>
                    <a:pt x="896" y="600"/>
                  </a:lnTo>
                  <a:lnTo>
                    <a:pt x="898" y="598"/>
                  </a:lnTo>
                  <a:lnTo>
                    <a:pt x="901" y="596"/>
                  </a:lnTo>
                  <a:lnTo>
                    <a:pt x="902" y="593"/>
                  </a:lnTo>
                  <a:lnTo>
                    <a:pt x="903" y="591"/>
                  </a:lnTo>
                  <a:lnTo>
                    <a:pt x="904" y="587"/>
                  </a:lnTo>
                  <a:lnTo>
                    <a:pt x="903" y="584"/>
                  </a:lnTo>
                  <a:lnTo>
                    <a:pt x="902" y="581"/>
                  </a:lnTo>
                  <a:lnTo>
                    <a:pt x="901" y="579"/>
                  </a:lnTo>
                  <a:lnTo>
                    <a:pt x="898" y="577"/>
                  </a:lnTo>
                  <a:lnTo>
                    <a:pt x="896" y="575"/>
                  </a:lnTo>
                  <a:lnTo>
                    <a:pt x="894" y="573"/>
                  </a:lnTo>
                  <a:lnTo>
                    <a:pt x="891" y="572"/>
                  </a:lnTo>
                  <a:lnTo>
                    <a:pt x="889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828506">
                <a:defRPr/>
              </a:pPr>
              <a:endParaRPr lang="en-US" sz="1200" kern="0">
                <a:solidFill>
                  <a:schemeClr val="accent1"/>
                </a:solidFill>
                <a:latin typeface="Calibri"/>
                <a:cs typeface="RTA Office"/>
              </a:endParaRPr>
            </a:p>
          </p:txBody>
        </p:sp>
        <p:sp>
          <p:nvSpPr>
            <p:cNvPr id="199" name="Freeform 373">
              <a:extLst>
                <a:ext uri="{FF2B5EF4-FFF2-40B4-BE49-F238E27FC236}">
                  <a16:creationId xmlns:a16="http://schemas.microsoft.com/office/drawing/2014/main" id="{CC22DA68-0F52-1661-3B28-02BF830EEB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8638" y="2492375"/>
              <a:ext cx="252413" cy="157163"/>
            </a:xfrm>
            <a:custGeom>
              <a:avLst/>
              <a:gdLst>
                <a:gd name="T0" fmla="*/ 77 w 797"/>
                <a:gd name="T1" fmla="*/ 494 h 497"/>
                <a:gd name="T2" fmla="*/ 97 w 797"/>
                <a:gd name="T3" fmla="*/ 483 h 497"/>
                <a:gd name="T4" fmla="*/ 112 w 797"/>
                <a:gd name="T5" fmla="*/ 466 h 497"/>
                <a:gd name="T6" fmla="*/ 120 w 797"/>
                <a:gd name="T7" fmla="*/ 443 h 497"/>
                <a:gd name="T8" fmla="*/ 116 w 797"/>
                <a:gd name="T9" fmla="*/ 416 h 497"/>
                <a:gd name="T10" fmla="*/ 267 w 797"/>
                <a:gd name="T11" fmla="*/ 298 h 497"/>
                <a:gd name="T12" fmla="*/ 300 w 797"/>
                <a:gd name="T13" fmla="*/ 299 h 497"/>
                <a:gd name="T14" fmla="*/ 325 w 797"/>
                <a:gd name="T15" fmla="*/ 287 h 497"/>
                <a:gd name="T16" fmla="*/ 451 w 797"/>
                <a:gd name="T17" fmla="*/ 327 h 497"/>
                <a:gd name="T18" fmla="*/ 454 w 797"/>
                <a:gd name="T19" fmla="*/ 349 h 497"/>
                <a:gd name="T20" fmla="*/ 464 w 797"/>
                <a:gd name="T21" fmla="*/ 369 h 497"/>
                <a:gd name="T22" fmla="*/ 482 w 797"/>
                <a:gd name="T23" fmla="*/ 384 h 497"/>
                <a:gd name="T24" fmla="*/ 505 w 797"/>
                <a:gd name="T25" fmla="*/ 391 h 497"/>
                <a:gd name="T26" fmla="*/ 529 w 797"/>
                <a:gd name="T27" fmla="*/ 389 h 497"/>
                <a:gd name="T28" fmla="*/ 550 w 797"/>
                <a:gd name="T29" fmla="*/ 378 h 497"/>
                <a:gd name="T30" fmla="*/ 564 w 797"/>
                <a:gd name="T31" fmla="*/ 360 h 497"/>
                <a:gd name="T32" fmla="*/ 571 w 797"/>
                <a:gd name="T33" fmla="*/ 337 h 497"/>
                <a:gd name="T34" fmla="*/ 565 w 797"/>
                <a:gd name="T35" fmla="*/ 304 h 497"/>
                <a:gd name="T36" fmla="*/ 724 w 797"/>
                <a:gd name="T37" fmla="*/ 119 h 497"/>
                <a:gd name="T38" fmla="*/ 750 w 797"/>
                <a:gd name="T39" fmla="*/ 119 h 497"/>
                <a:gd name="T40" fmla="*/ 771 w 797"/>
                <a:gd name="T41" fmla="*/ 110 h 497"/>
                <a:gd name="T42" fmla="*/ 787 w 797"/>
                <a:gd name="T43" fmla="*/ 94 h 497"/>
                <a:gd name="T44" fmla="*/ 796 w 797"/>
                <a:gd name="T45" fmla="*/ 72 h 497"/>
                <a:gd name="T46" fmla="*/ 796 w 797"/>
                <a:gd name="T47" fmla="*/ 48 h 497"/>
                <a:gd name="T48" fmla="*/ 787 w 797"/>
                <a:gd name="T49" fmla="*/ 27 h 497"/>
                <a:gd name="T50" fmla="*/ 771 w 797"/>
                <a:gd name="T51" fmla="*/ 10 h 497"/>
                <a:gd name="T52" fmla="*/ 750 w 797"/>
                <a:gd name="T53" fmla="*/ 1 h 497"/>
                <a:gd name="T54" fmla="*/ 725 w 797"/>
                <a:gd name="T55" fmla="*/ 1 h 497"/>
                <a:gd name="T56" fmla="*/ 703 w 797"/>
                <a:gd name="T57" fmla="*/ 10 h 497"/>
                <a:gd name="T58" fmla="*/ 687 w 797"/>
                <a:gd name="T59" fmla="*/ 27 h 497"/>
                <a:gd name="T60" fmla="*/ 678 w 797"/>
                <a:gd name="T61" fmla="*/ 48 h 497"/>
                <a:gd name="T62" fmla="*/ 680 w 797"/>
                <a:gd name="T63" fmla="*/ 79 h 497"/>
                <a:gd name="T64" fmla="*/ 531 w 797"/>
                <a:gd name="T65" fmla="*/ 275 h 497"/>
                <a:gd name="T66" fmla="*/ 504 w 797"/>
                <a:gd name="T67" fmla="*/ 272 h 497"/>
                <a:gd name="T68" fmla="*/ 478 w 797"/>
                <a:gd name="T69" fmla="*/ 281 h 497"/>
                <a:gd name="T70" fmla="*/ 345 w 797"/>
                <a:gd name="T71" fmla="*/ 248 h 497"/>
                <a:gd name="T72" fmla="*/ 344 w 797"/>
                <a:gd name="T73" fmla="*/ 229 h 497"/>
                <a:gd name="T74" fmla="*/ 336 w 797"/>
                <a:gd name="T75" fmla="*/ 207 h 497"/>
                <a:gd name="T76" fmla="*/ 319 w 797"/>
                <a:gd name="T77" fmla="*/ 191 h 497"/>
                <a:gd name="T78" fmla="*/ 298 w 797"/>
                <a:gd name="T79" fmla="*/ 181 h 497"/>
                <a:gd name="T80" fmla="*/ 273 w 797"/>
                <a:gd name="T81" fmla="*/ 181 h 497"/>
                <a:gd name="T82" fmla="*/ 252 w 797"/>
                <a:gd name="T83" fmla="*/ 191 h 497"/>
                <a:gd name="T84" fmla="*/ 236 w 797"/>
                <a:gd name="T85" fmla="*/ 207 h 497"/>
                <a:gd name="T86" fmla="*/ 226 w 797"/>
                <a:gd name="T87" fmla="*/ 229 h 497"/>
                <a:gd name="T88" fmla="*/ 227 w 797"/>
                <a:gd name="T89" fmla="*/ 254 h 497"/>
                <a:gd name="T90" fmla="*/ 86 w 797"/>
                <a:gd name="T91" fmla="*/ 382 h 497"/>
                <a:gd name="T92" fmla="*/ 53 w 797"/>
                <a:gd name="T93" fmla="*/ 377 h 497"/>
                <a:gd name="T94" fmla="*/ 31 w 797"/>
                <a:gd name="T95" fmla="*/ 383 h 497"/>
                <a:gd name="T96" fmla="*/ 13 w 797"/>
                <a:gd name="T97" fmla="*/ 398 h 497"/>
                <a:gd name="T98" fmla="*/ 2 w 797"/>
                <a:gd name="T99" fmla="*/ 419 h 497"/>
                <a:gd name="T100" fmla="*/ 0 w 797"/>
                <a:gd name="T101" fmla="*/ 443 h 497"/>
                <a:gd name="T102" fmla="*/ 6 w 797"/>
                <a:gd name="T103" fmla="*/ 466 h 497"/>
                <a:gd name="T104" fmla="*/ 21 w 797"/>
                <a:gd name="T105" fmla="*/ 483 h 497"/>
                <a:gd name="T106" fmla="*/ 42 w 797"/>
                <a:gd name="T107" fmla="*/ 494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97" h="497">
                  <a:moveTo>
                    <a:pt x="60" y="497"/>
                  </a:moveTo>
                  <a:lnTo>
                    <a:pt x="65" y="497"/>
                  </a:lnTo>
                  <a:lnTo>
                    <a:pt x="72" y="496"/>
                  </a:lnTo>
                  <a:lnTo>
                    <a:pt x="77" y="494"/>
                  </a:lnTo>
                  <a:lnTo>
                    <a:pt x="83" y="493"/>
                  </a:lnTo>
                  <a:lnTo>
                    <a:pt x="89" y="489"/>
                  </a:lnTo>
                  <a:lnTo>
                    <a:pt x="93" y="486"/>
                  </a:lnTo>
                  <a:lnTo>
                    <a:pt x="97" y="483"/>
                  </a:lnTo>
                  <a:lnTo>
                    <a:pt x="102" y="480"/>
                  </a:lnTo>
                  <a:lnTo>
                    <a:pt x="106" y="475"/>
                  </a:lnTo>
                  <a:lnTo>
                    <a:pt x="109" y="470"/>
                  </a:lnTo>
                  <a:lnTo>
                    <a:pt x="112" y="466"/>
                  </a:lnTo>
                  <a:lnTo>
                    <a:pt x="115" y="460"/>
                  </a:lnTo>
                  <a:lnTo>
                    <a:pt x="117" y="455"/>
                  </a:lnTo>
                  <a:lnTo>
                    <a:pt x="119" y="449"/>
                  </a:lnTo>
                  <a:lnTo>
                    <a:pt x="120" y="443"/>
                  </a:lnTo>
                  <a:lnTo>
                    <a:pt x="120" y="437"/>
                  </a:lnTo>
                  <a:lnTo>
                    <a:pt x="119" y="429"/>
                  </a:lnTo>
                  <a:lnTo>
                    <a:pt x="118" y="423"/>
                  </a:lnTo>
                  <a:lnTo>
                    <a:pt x="116" y="416"/>
                  </a:lnTo>
                  <a:lnTo>
                    <a:pt x="114" y="410"/>
                  </a:lnTo>
                  <a:lnTo>
                    <a:pt x="251" y="290"/>
                  </a:lnTo>
                  <a:lnTo>
                    <a:pt x="259" y="295"/>
                  </a:lnTo>
                  <a:lnTo>
                    <a:pt x="267" y="298"/>
                  </a:lnTo>
                  <a:lnTo>
                    <a:pt x="277" y="301"/>
                  </a:lnTo>
                  <a:lnTo>
                    <a:pt x="285" y="302"/>
                  </a:lnTo>
                  <a:lnTo>
                    <a:pt x="293" y="301"/>
                  </a:lnTo>
                  <a:lnTo>
                    <a:pt x="300" y="299"/>
                  </a:lnTo>
                  <a:lnTo>
                    <a:pt x="307" y="297"/>
                  </a:lnTo>
                  <a:lnTo>
                    <a:pt x="313" y="294"/>
                  </a:lnTo>
                  <a:lnTo>
                    <a:pt x="318" y="291"/>
                  </a:lnTo>
                  <a:lnTo>
                    <a:pt x="325" y="287"/>
                  </a:lnTo>
                  <a:lnTo>
                    <a:pt x="329" y="282"/>
                  </a:lnTo>
                  <a:lnTo>
                    <a:pt x="333" y="277"/>
                  </a:lnTo>
                  <a:lnTo>
                    <a:pt x="451" y="324"/>
                  </a:lnTo>
                  <a:lnTo>
                    <a:pt x="451" y="327"/>
                  </a:lnTo>
                  <a:lnTo>
                    <a:pt x="451" y="332"/>
                  </a:lnTo>
                  <a:lnTo>
                    <a:pt x="451" y="337"/>
                  </a:lnTo>
                  <a:lnTo>
                    <a:pt x="452" y="343"/>
                  </a:lnTo>
                  <a:lnTo>
                    <a:pt x="454" y="349"/>
                  </a:lnTo>
                  <a:lnTo>
                    <a:pt x="456" y="354"/>
                  </a:lnTo>
                  <a:lnTo>
                    <a:pt x="458" y="360"/>
                  </a:lnTo>
                  <a:lnTo>
                    <a:pt x="461" y="365"/>
                  </a:lnTo>
                  <a:lnTo>
                    <a:pt x="464" y="369"/>
                  </a:lnTo>
                  <a:lnTo>
                    <a:pt x="469" y="374"/>
                  </a:lnTo>
                  <a:lnTo>
                    <a:pt x="473" y="378"/>
                  </a:lnTo>
                  <a:lnTo>
                    <a:pt x="477" y="381"/>
                  </a:lnTo>
                  <a:lnTo>
                    <a:pt x="482" y="384"/>
                  </a:lnTo>
                  <a:lnTo>
                    <a:pt x="488" y="386"/>
                  </a:lnTo>
                  <a:lnTo>
                    <a:pt x="493" y="389"/>
                  </a:lnTo>
                  <a:lnTo>
                    <a:pt x="499" y="391"/>
                  </a:lnTo>
                  <a:lnTo>
                    <a:pt x="505" y="391"/>
                  </a:lnTo>
                  <a:lnTo>
                    <a:pt x="511" y="392"/>
                  </a:lnTo>
                  <a:lnTo>
                    <a:pt x="518" y="391"/>
                  </a:lnTo>
                  <a:lnTo>
                    <a:pt x="523" y="391"/>
                  </a:lnTo>
                  <a:lnTo>
                    <a:pt x="529" y="389"/>
                  </a:lnTo>
                  <a:lnTo>
                    <a:pt x="535" y="386"/>
                  </a:lnTo>
                  <a:lnTo>
                    <a:pt x="540" y="384"/>
                  </a:lnTo>
                  <a:lnTo>
                    <a:pt x="545" y="381"/>
                  </a:lnTo>
                  <a:lnTo>
                    <a:pt x="550" y="378"/>
                  </a:lnTo>
                  <a:lnTo>
                    <a:pt x="553" y="374"/>
                  </a:lnTo>
                  <a:lnTo>
                    <a:pt x="558" y="369"/>
                  </a:lnTo>
                  <a:lnTo>
                    <a:pt x="561" y="365"/>
                  </a:lnTo>
                  <a:lnTo>
                    <a:pt x="564" y="360"/>
                  </a:lnTo>
                  <a:lnTo>
                    <a:pt x="567" y="354"/>
                  </a:lnTo>
                  <a:lnTo>
                    <a:pt x="568" y="349"/>
                  </a:lnTo>
                  <a:lnTo>
                    <a:pt x="570" y="343"/>
                  </a:lnTo>
                  <a:lnTo>
                    <a:pt x="571" y="337"/>
                  </a:lnTo>
                  <a:lnTo>
                    <a:pt x="571" y="332"/>
                  </a:lnTo>
                  <a:lnTo>
                    <a:pt x="570" y="322"/>
                  </a:lnTo>
                  <a:lnTo>
                    <a:pt x="568" y="312"/>
                  </a:lnTo>
                  <a:lnTo>
                    <a:pt x="565" y="304"/>
                  </a:lnTo>
                  <a:lnTo>
                    <a:pt x="560" y="296"/>
                  </a:lnTo>
                  <a:lnTo>
                    <a:pt x="711" y="114"/>
                  </a:lnTo>
                  <a:lnTo>
                    <a:pt x="717" y="117"/>
                  </a:lnTo>
                  <a:lnTo>
                    <a:pt x="724" y="119"/>
                  </a:lnTo>
                  <a:lnTo>
                    <a:pt x="730" y="120"/>
                  </a:lnTo>
                  <a:lnTo>
                    <a:pt x="737" y="120"/>
                  </a:lnTo>
                  <a:lnTo>
                    <a:pt x="743" y="120"/>
                  </a:lnTo>
                  <a:lnTo>
                    <a:pt x="750" y="119"/>
                  </a:lnTo>
                  <a:lnTo>
                    <a:pt x="755" y="118"/>
                  </a:lnTo>
                  <a:lnTo>
                    <a:pt x="760" y="116"/>
                  </a:lnTo>
                  <a:lnTo>
                    <a:pt x="766" y="113"/>
                  </a:lnTo>
                  <a:lnTo>
                    <a:pt x="771" y="110"/>
                  </a:lnTo>
                  <a:lnTo>
                    <a:pt x="775" y="106"/>
                  </a:lnTo>
                  <a:lnTo>
                    <a:pt x="780" y="103"/>
                  </a:lnTo>
                  <a:lnTo>
                    <a:pt x="784" y="99"/>
                  </a:lnTo>
                  <a:lnTo>
                    <a:pt x="787" y="94"/>
                  </a:lnTo>
                  <a:lnTo>
                    <a:pt x="790" y="89"/>
                  </a:lnTo>
                  <a:lnTo>
                    <a:pt x="792" y="84"/>
                  </a:lnTo>
                  <a:lnTo>
                    <a:pt x="795" y="79"/>
                  </a:lnTo>
                  <a:lnTo>
                    <a:pt x="796" y="72"/>
                  </a:lnTo>
                  <a:lnTo>
                    <a:pt x="797" y="67"/>
                  </a:lnTo>
                  <a:lnTo>
                    <a:pt x="797" y="60"/>
                  </a:lnTo>
                  <a:lnTo>
                    <a:pt x="797" y="54"/>
                  </a:lnTo>
                  <a:lnTo>
                    <a:pt x="796" y="48"/>
                  </a:lnTo>
                  <a:lnTo>
                    <a:pt x="795" y="42"/>
                  </a:lnTo>
                  <a:lnTo>
                    <a:pt x="792" y="37"/>
                  </a:lnTo>
                  <a:lnTo>
                    <a:pt x="790" y="31"/>
                  </a:lnTo>
                  <a:lnTo>
                    <a:pt x="787" y="27"/>
                  </a:lnTo>
                  <a:lnTo>
                    <a:pt x="784" y="22"/>
                  </a:lnTo>
                  <a:lnTo>
                    <a:pt x="780" y="17"/>
                  </a:lnTo>
                  <a:lnTo>
                    <a:pt x="775" y="14"/>
                  </a:lnTo>
                  <a:lnTo>
                    <a:pt x="771" y="10"/>
                  </a:lnTo>
                  <a:lnTo>
                    <a:pt x="766" y="8"/>
                  </a:lnTo>
                  <a:lnTo>
                    <a:pt x="760" y="5"/>
                  </a:lnTo>
                  <a:lnTo>
                    <a:pt x="755" y="2"/>
                  </a:lnTo>
                  <a:lnTo>
                    <a:pt x="750" y="1"/>
                  </a:lnTo>
                  <a:lnTo>
                    <a:pt x="743" y="0"/>
                  </a:lnTo>
                  <a:lnTo>
                    <a:pt x="737" y="0"/>
                  </a:lnTo>
                  <a:lnTo>
                    <a:pt x="731" y="0"/>
                  </a:lnTo>
                  <a:lnTo>
                    <a:pt x="725" y="1"/>
                  </a:lnTo>
                  <a:lnTo>
                    <a:pt x="719" y="2"/>
                  </a:lnTo>
                  <a:lnTo>
                    <a:pt x="713" y="5"/>
                  </a:lnTo>
                  <a:lnTo>
                    <a:pt x="709" y="8"/>
                  </a:lnTo>
                  <a:lnTo>
                    <a:pt x="703" y="10"/>
                  </a:lnTo>
                  <a:lnTo>
                    <a:pt x="699" y="14"/>
                  </a:lnTo>
                  <a:lnTo>
                    <a:pt x="695" y="17"/>
                  </a:lnTo>
                  <a:lnTo>
                    <a:pt x="691" y="22"/>
                  </a:lnTo>
                  <a:lnTo>
                    <a:pt x="687" y="27"/>
                  </a:lnTo>
                  <a:lnTo>
                    <a:pt x="684" y="31"/>
                  </a:lnTo>
                  <a:lnTo>
                    <a:pt x="682" y="37"/>
                  </a:lnTo>
                  <a:lnTo>
                    <a:pt x="680" y="42"/>
                  </a:lnTo>
                  <a:lnTo>
                    <a:pt x="678" y="48"/>
                  </a:lnTo>
                  <a:lnTo>
                    <a:pt x="677" y="54"/>
                  </a:lnTo>
                  <a:lnTo>
                    <a:pt x="677" y="60"/>
                  </a:lnTo>
                  <a:lnTo>
                    <a:pt x="678" y="70"/>
                  </a:lnTo>
                  <a:lnTo>
                    <a:pt x="680" y="79"/>
                  </a:lnTo>
                  <a:lnTo>
                    <a:pt x="683" y="87"/>
                  </a:lnTo>
                  <a:lnTo>
                    <a:pt x="688" y="96"/>
                  </a:lnTo>
                  <a:lnTo>
                    <a:pt x="537" y="277"/>
                  </a:lnTo>
                  <a:lnTo>
                    <a:pt x="531" y="275"/>
                  </a:lnTo>
                  <a:lnTo>
                    <a:pt x="524" y="273"/>
                  </a:lnTo>
                  <a:lnTo>
                    <a:pt x="518" y="272"/>
                  </a:lnTo>
                  <a:lnTo>
                    <a:pt x="511" y="271"/>
                  </a:lnTo>
                  <a:lnTo>
                    <a:pt x="504" y="272"/>
                  </a:lnTo>
                  <a:lnTo>
                    <a:pt x="496" y="273"/>
                  </a:lnTo>
                  <a:lnTo>
                    <a:pt x="490" y="275"/>
                  </a:lnTo>
                  <a:lnTo>
                    <a:pt x="484" y="278"/>
                  </a:lnTo>
                  <a:lnTo>
                    <a:pt x="478" y="281"/>
                  </a:lnTo>
                  <a:lnTo>
                    <a:pt x="472" y="286"/>
                  </a:lnTo>
                  <a:lnTo>
                    <a:pt x="467" y="291"/>
                  </a:lnTo>
                  <a:lnTo>
                    <a:pt x="463" y="295"/>
                  </a:lnTo>
                  <a:lnTo>
                    <a:pt x="345" y="248"/>
                  </a:lnTo>
                  <a:lnTo>
                    <a:pt x="345" y="245"/>
                  </a:lnTo>
                  <a:lnTo>
                    <a:pt x="345" y="240"/>
                  </a:lnTo>
                  <a:lnTo>
                    <a:pt x="345" y="235"/>
                  </a:lnTo>
                  <a:lnTo>
                    <a:pt x="344" y="229"/>
                  </a:lnTo>
                  <a:lnTo>
                    <a:pt x="343" y="223"/>
                  </a:lnTo>
                  <a:lnTo>
                    <a:pt x="341" y="218"/>
                  </a:lnTo>
                  <a:lnTo>
                    <a:pt x="339" y="213"/>
                  </a:lnTo>
                  <a:lnTo>
                    <a:pt x="336" y="207"/>
                  </a:lnTo>
                  <a:lnTo>
                    <a:pt x="332" y="203"/>
                  </a:lnTo>
                  <a:lnTo>
                    <a:pt x="328" y="199"/>
                  </a:lnTo>
                  <a:lnTo>
                    <a:pt x="324" y="194"/>
                  </a:lnTo>
                  <a:lnTo>
                    <a:pt x="319" y="191"/>
                  </a:lnTo>
                  <a:lnTo>
                    <a:pt x="314" y="188"/>
                  </a:lnTo>
                  <a:lnTo>
                    <a:pt x="309" y="186"/>
                  </a:lnTo>
                  <a:lnTo>
                    <a:pt x="303" y="184"/>
                  </a:lnTo>
                  <a:lnTo>
                    <a:pt x="298" y="181"/>
                  </a:lnTo>
                  <a:lnTo>
                    <a:pt x="292" y="181"/>
                  </a:lnTo>
                  <a:lnTo>
                    <a:pt x="285" y="180"/>
                  </a:lnTo>
                  <a:lnTo>
                    <a:pt x="280" y="181"/>
                  </a:lnTo>
                  <a:lnTo>
                    <a:pt x="273" y="181"/>
                  </a:lnTo>
                  <a:lnTo>
                    <a:pt x="268" y="184"/>
                  </a:lnTo>
                  <a:lnTo>
                    <a:pt x="262" y="186"/>
                  </a:lnTo>
                  <a:lnTo>
                    <a:pt x="257" y="188"/>
                  </a:lnTo>
                  <a:lnTo>
                    <a:pt x="252" y="191"/>
                  </a:lnTo>
                  <a:lnTo>
                    <a:pt x="248" y="194"/>
                  </a:lnTo>
                  <a:lnTo>
                    <a:pt x="243" y="199"/>
                  </a:lnTo>
                  <a:lnTo>
                    <a:pt x="239" y="203"/>
                  </a:lnTo>
                  <a:lnTo>
                    <a:pt x="236" y="207"/>
                  </a:lnTo>
                  <a:lnTo>
                    <a:pt x="233" y="213"/>
                  </a:lnTo>
                  <a:lnTo>
                    <a:pt x="230" y="218"/>
                  </a:lnTo>
                  <a:lnTo>
                    <a:pt x="228" y="223"/>
                  </a:lnTo>
                  <a:lnTo>
                    <a:pt x="226" y="229"/>
                  </a:lnTo>
                  <a:lnTo>
                    <a:pt x="225" y="235"/>
                  </a:lnTo>
                  <a:lnTo>
                    <a:pt x="225" y="240"/>
                  </a:lnTo>
                  <a:lnTo>
                    <a:pt x="226" y="248"/>
                  </a:lnTo>
                  <a:lnTo>
                    <a:pt x="227" y="254"/>
                  </a:lnTo>
                  <a:lnTo>
                    <a:pt x="229" y="261"/>
                  </a:lnTo>
                  <a:lnTo>
                    <a:pt x="231" y="267"/>
                  </a:lnTo>
                  <a:lnTo>
                    <a:pt x="94" y="387"/>
                  </a:lnTo>
                  <a:lnTo>
                    <a:pt x="86" y="382"/>
                  </a:lnTo>
                  <a:lnTo>
                    <a:pt x="78" y="379"/>
                  </a:lnTo>
                  <a:lnTo>
                    <a:pt x="68" y="377"/>
                  </a:lnTo>
                  <a:lnTo>
                    <a:pt x="60" y="377"/>
                  </a:lnTo>
                  <a:lnTo>
                    <a:pt x="53" y="377"/>
                  </a:lnTo>
                  <a:lnTo>
                    <a:pt x="47" y="378"/>
                  </a:lnTo>
                  <a:lnTo>
                    <a:pt x="42" y="379"/>
                  </a:lnTo>
                  <a:lnTo>
                    <a:pt x="36" y="381"/>
                  </a:lnTo>
                  <a:lnTo>
                    <a:pt x="31" y="383"/>
                  </a:lnTo>
                  <a:lnTo>
                    <a:pt x="26" y="386"/>
                  </a:lnTo>
                  <a:lnTo>
                    <a:pt x="21" y="391"/>
                  </a:lnTo>
                  <a:lnTo>
                    <a:pt x="17" y="394"/>
                  </a:lnTo>
                  <a:lnTo>
                    <a:pt x="13" y="398"/>
                  </a:lnTo>
                  <a:lnTo>
                    <a:pt x="9" y="402"/>
                  </a:lnTo>
                  <a:lnTo>
                    <a:pt x="6" y="408"/>
                  </a:lnTo>
                  <a:lnTo>
                    <a:pt x="4" y="413"/>
                  </a:lnTo>
                  <a:lnTo>
                    <a:pt x="2" y="419"/>
                  </a:lnTo>
                  <a:lnTo>
                    <a:pt x="1" y="425"/>
                  </a:lnTo>
                  <a:lnTo>
                    <a:pt x="0" y="430"/>
                  </a:lnTo>
                  <a:lnTo>
                    <a:pt x="0" y="437"/>
                  </a:lnTo>
                  <a:lnTo>
                    <a:pt x="0" y="443"/>
                  </a:lnTo>
                  <a:lnTo>
                    <a:pt x="1" y="449"/>
                  </a:lnTo>
                  <a:lnTo>
                    <a:pt x="2" y="455"/>
                  </a:lnTo>
                  <a:lnTo>
                    <a:pt x="4" y="460"/>
                  </a:lnTo>
                  <a:lnTo>
                    <a:pt x="6" y="466"/>
                  </a:lnTo>
                  <a:lnTo>
                    <a:pt x="9" y="470"/>
                  </a:lnTo>
                  <a:lnTo>
                    <a:pt x="13" y="475"/>
                  </a:lnTo>
                  <a:lnTo>
                    <a:pt x="17" y="480"/>
                  </a:lnTo>
                  <a:lnTo>
                    <a:pt x="21" y="483"/>
                  </a:lnTo>
                  <a:lnTo>
                    <a:pt x="26" y="486"/>
                  </a:lnTo>
                  <a:lnTo>
                    <a:pt x="31" y="489"/>
                  </a:lnTo>
                  <a:lnTo>
                    <a:pt x="36" y="493"/>
                  </a:lnTo>
                  <a:lnTo>
                    <a:pt x="42" y="494"/>
                  </a:lnTo>
                  <a:lnTo>
                    <a:pt x="47" y="496"/>
                  </a:lnTo>
                  <a:lnTo>
                    <a:pt x="53" y="497"/>
                  </a:lnTo>
                  <a:lnTo>
                    <a:pt x="60" y="4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828506">
                <a:defRPr/>
              </a:pPr>
              <a:endParaRPr lang="en-US" sz="1200" kern="0">
                <a:solidFill>
                  <a:schemeClr val="accent1"/>
                </a:solidFill>
                <a:latin typeface="Calibri"/>
                <a:cs typeface="RTA Office"/>
              </a:endParaRPr>
            </a:p>
          </p:txBody>
        </p:sp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3FA44AD8-D051-A206-CEF8-6FA8C98044A5}"/>
              </a:ext>
            </a:extLst>
          </p:cNvPr>
          <p:cNvGrpSpPr/>
          <p:nvPr/>
        </p:nvGrpSpPr>
        <p:grpSpPr>
          <a:xfrm>
            <a:off x="7927014" y="5404292"/>
            <a:ext cx="288000" cy="180000"/>
            <a:chOff x="7440084" y="1895740"/>
            <a:chExt cx="701146" cy="465667"/>
          </a:xfrm>
          <a:solidFill>
            <a:schemeClr val="accent1"/>
          </a:solidFill>
        </p:grpSpPr>
        <p:sp>
          <p:nvSpPr>
            <p:cNvPr id="201" name="Freeform 20">
              <a:extLst>
                <a:ext uri="{FF2B5EF4-FFF2-40B4-BE49-F238E27FC236}">
                  <a16:creationId xmlns:a16="http://schemas.microsoft.com/office/drawing/2014/main" id="{5E05C5F2-3C4B-B8D3-F846-89BE46BA8F2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8948" y="1910292"/>
              <a:ext cx="472282" cy="337344"/>
            </a:xfrm>
            <a:custGeom>
              <a:avLst/>
              <a:gdLst>
                <a:gd name="T0" fmla="*/ 50 w 66"/>
                <a:gd name="T1" fmla="*/ 4 h 47"/>
                <a:gd name="T2" fmla="*/ 44 w 66"/>
                <a:gd name="T3" fmla="*/ 7 h 47"/>
                <a:gd name="T4" fmla="*/ 24 w 66"/>
                <a:gd name="T5" fmla="*/ 1 h 47"/>
                <a:gd name="T6" fmla="*/ 19 w 66"/>
                <a:gd name="T7" fmla="*/ 2 h 47"/>
                <a:gd name="T8" fmla="*/ 10 w 66"/>
                <a:gd name="T9" fmla="*/ 11 h 47"/>
                <a:gd name="T10" fmla="*/ 3 w 66"/>
                <a:gd name="T11" fmla="*/ 17 h 47"/>
                <a:gd name="T12" fmla="*/ 2 w 66"/>
                <a:gd name="T13" fmla="*/ 18 h 47"/>
                <a:gd name="T14" fmla="*/ 2 w 66"/>
                <a:gd name="T15" fmla="*/ 19 h 47"/>
                <a:gd name="T16" fmla="*/ 2 w 66"/>
                <a:gd name="T17" fmla="*/ 26 h 47"/>
                <a:gd name="T18" fmla="*/ 4 w 66"/>
                <a:gd name="T19" fmla="*/ 28 h 47"/>
                <a:gd name="T20" fmla="*/ 8 w 66"/>
                <a:gd name="T21" fmla="*/ 28 h 47"/>
                <a:gd name="T22" fmla="*/ 8 w 66"/>
                <a:gd name="T23" fmla="*/ 27 h 47"/>
                <a:gd name="T24" fmla="*/ 9 w 66"/>
                <a:gd name="T25" fmla="*/ 26 h 47"/>
                <a:gd name="T26" fmla="*/ 9 w 66"/>
                <a:gd name="T27" fmla="*/ 26 h 47"/>
                <a:gd name="T28" fmla="*/ 13 w 66"/>
                <a:gd name="T29" fmla="*/ 23 h 47"/>
                <a:gd name="T30" fmla="*/ 14 w 66"/>
                <a:gd name="T31" fmla="*/ 21 h 47"/>
                <a:gd name="T32" fmla="*/ 16 w 66"/>
                <a:gd name="T33" fmla="*/ 20 h 47"/>
                <a:gd name="T34" fmla="*/ 17 w 66"/>
                <a:gd name="T35" fmla="*/ 18 h 47"/>
                <a:gd name="T36" fmla="*/ 17 w 66"/>
                <a:gd name="T37" fmla="*/ 18 h 47"/>
                <a:gd name="T38" fmla="*/ 21 w 66"/>
                <a:gd name="T39" fmla="*/ 15 h 47"/>
                <a:gd name="T40" fmla="*/ 35 w 66"/>
                <a:gd name="T41" fmla="*/ 41 h 47"/>
                <a:gd name="T42" fmla="*/ 47 w 66"/>
                <a:gd name="T43" fmla="*/ 45 h 47"/>
                <a:gd name="T44" fmla="*/ 66 w 66"/>
                <a:gd name="T45" fmla="*/ 34 h 47"/>
                <a:gd name="T46" fmla="*/ 50 w 66"/>
                <a:gd name="T47" fmla="*/ 4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6" h="47">
                  <a:moveTo>
                    <a:pt x="50" y="4"/>
                  </a:moveTo>
                  <a:cubicBezTo>
                    <a:pt x="44" y="7"/>
                    <a:pt x="44" y="7"/>
                    <a:pt x="44" y="7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2" y="0"/>
                    <a:pt x="20" y="0"/>
                    <a:pt x="19" y="2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0" y="21"/>
                    <a:pt x="0" y="24"/>
                    <a:pt x="2" y="26"/>
                  </a:cubicBezTo>
                  <a:cubicBezTo>
                    <a:pt x="2" y="27"/>
                    <a:pt x="3" y="27"/>
                    <a:pt x="4" y="28"/>
                  </a:cubicBezTo>
                  <a:cubicBezTo>
                    <a:pt x="5" y="28"/>
                    <a:pt x="6" y="28"/>
                    <a:pt x="8" y="28"/>
                  </a:cubicBezTo>
                  <a:cubicBezTo>
                    <a:pt x="8" y="28"/>
                    <a:pt x="8" y="27"/>
                    <a:pt x="8" y="27"/>
                  </a:cubicBezTo>
                  <a:cubicBezTo>
                    <a:pt x="8" y="27"/>
                    <a:pt x="9" y="27"/>
                    <a:pt x="9" y="26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7" y="45"/>
                    <a:pt x="43" y="47"/>
                    <a:pt x="47" y="45"/>
                  </a:cubicBezTo>
                  <a:cubicBezTo>
                    <a:pt x="66" y="34"/>
                    <a:pt x="66" y="34"/>
                    <a:pt x="66" y="34"/>
                  </a:cubicBezTo>
                  <a:lnTo>
                    <a:pt x="50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97324">
                <a:defRPr/>
              </a:pPr>
              <a:endParaRPr lang="en-US">
                <a:solidFill>
                  <a:schemeClr val="accent1"/>
                </a:solidFill>
                <a:latin typeface="RTA Office"/>
                <a:cs typeface="RTA Office"/>
              </a:endParaRPr>
            </a:p>
          </p:txBody>
        </p:sp>
        <p:sp>
          <p:nvSpPr>
            <p:cNvPr id="202" name="Freeform 21">
              <a:extLst>
                <a:ext uri="{FF2B5EF4-FFF2-40B4-BE49-F238E27FC236}">
                  <a16:creationId xmlns:a16="http://schemas.microsoft.com/office/drawing/2014/main" id="{7DC88695-BDB0-9CF9-6C8C-E40F1F9DD928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0084" y="1895740"/>
              <a:ext cx="436563" cy="465667"/>
            </a:xfrm>
            <a:custGeom>
              <a:avLst/>
              <a:gdLst>
                <a:gd name="T0" fmla="*/ 59 w 61"/>
                <a:gd name="T1" fmla="*/ 44 h 65"/>
                <a:gd name="T2" fmla="*/ 51 w 61"/>
                <a:gd name="T3" fmla="*/ 27 h 65"/>
                <a:gd name="T4" fmla="*/ 50 w 61"/>
                <a:gd name="T5" fmla="*/ 28 h 65"/>
                <a:gd name="T6" fmla="*/ 47 w 61"/>
                <a:gd name="T7" fmla="*/ 31 h 65"/>
                <a:gd name="T8" fmla="*/ 47 w 61"/>
                <a:gd name="T9" fmla="*/ 31 h 65"/>
                <a:gd name="T10" fmla="*/ 47 w 61"/>
                <a:gd name="T11" fmla="*/ 31 h 65"/>
                <a:gd name="T12" fmla="*/ 46 w 61"/>
                <a:gd name="T13" fmla="*/ 32 h 65"/>
                <a:gd name="T14" fmla="*/ 46 w 61"/>
                <a:gd name="T15" fmla="*/ 32 h 65"/>
                <a:gd name="T16" fmla="*/ 43 w 61"/>
                <a:gd name="T17" fmla="*/ 34 h 65"/>
                <a:gd name="T18" fmla="*/ 42 w 61"/>
                <a:gd name="T19" fmla="*/ 34 h 65"/>
                <a:gd name="T20" fmla="*/ 42 w 61"/>
                <a:gd name="T21" fmla="*/ 34 h 65"/>
                <a:gd name="T22" fmla="*/ 31 w 61"/>
                <a:gd name="T23" fmla="*/ 32 h 65"/>
                <a:gd name="T24" fmla="*/ 31 w 61"/>
                <a:gd name="T25" fmla="*/ 31 h 65"/>
                <a:gd name="T26" fmla="*/ 28 w 61"/>
                <a:gd name="T27" fmla="*/ 22 h 65"/>
                <a:gd name="T28" fmla="*/ 28 w 61"/>
                <a:gd name="T29" fmla="*/ 21 h 65"/>
                <a:gd name="T30" fmla="*/ 30 w 61"/>
                <a:gd name="T31" fmla="*/ 17 h 65"/>
                <a:gd name="T32" fmla="*/ 31 w 61"/>
                <a:gd name="T33" fmla="*/ 16 h 65"/>
                <a:gd name="T34" fmla="*/ 31 w 61"/>
                <a:gd name="T35" fmla="*/ 15 h 65"/>
                <a:gd name="T36" fmla="*/ 32 w 61"/>
                <a:gd name="T37" fmla="*/ 14 h 65"/>
                <a:gd name="T38" fmla="*/ 38 w 61"/>
                <a:gd name="T39" fmla="*/ 8 h 65"/>
                <a:gd name="T40" fmla="*/ 44 w 61"/>
                <a:gd name="T41" fmla="*/ 2 h 65"/>
                <a:gd name="T42" fmla="*/ 32 w 61"/>
                <a:gd name="T43" fmla="*/ 3 h 65"/>
                <a:gd name="T44" fmla="*/ 32 w 61"/>
                <a:gd name="T45" fmla="*/ 3 h 65"/>
                <a:gd name="T46" fmla="*/ 32 w 61"/>
                <a:gd name="T47" fmla="*/ 3 h 65"/>
                <a:gd name="T48" fmla="*/ 23 w 61"/>
                <a:gd name="T49" fmla="*/ 13 h 65"/>
                <a:gd name="T50" fmla="*/ 16 w 61"/>
                <a:gd name="T51" fmla="*/ 9 h 65"/>
                <a:gd name="T52" fmla="*/ 0 w 61"/>
                <a:gd name="T53" fmla="*/ 39 h 65"/>
                <a:gd name="T54" fmla="*/ 13 w 61"/>
                <a:gd name="T55" fmla="*/ 46 h 65"/>
                <a:gd name="T56" fmla="*/ 20 w 61"/>
                <a:gd name="T57" fmla="*/ 61 h 65"/>
                <a:gd name="T58" fmla="*/ 20 w 61"/>
                <a:gd name="T59" fmla="*/ 61 h 65"/>
                <a:gd name="T60" fmla="*/ 21 w 61"/>
                <a:gd name="T61" fmla="*/ 62 h 65"/>
                <a:gd name="T62" fmla="*/ 29 w 61"/>
                <a:gd name="T63" fmla="*/ 62 h 65"/>
                <a:gd name="T64" fmla="*/ 31 w 61"/>
                <a:gd name="T65" fmla="*/ 58 h 65"/>
                <a:gd name="T66" fmla="*/ 33 w 61"/>
                <a:gd name="T67" fmla="*/ 61 h 65"/>
                <a:gd name="T68" fmla="*/ 33 w 61"/>
                <a:gd name="T69" fmla="*/ 61 h 65"/>
                <a:gd name="T70" fmla="*/ 34 w 61"/>
                <a:gd name="T71" fmla="*/ 63 h 65"/>
                <a:gd name="T72" fmla="*/ 41 w 61"/>
                <a:gd name="T73" fmla="*/ 63 h 65"/>
                <a:gd name="T74" fmla="*/ 43 w 61"/>
                <a:gd name="T75" fmla="*/ 57 h 65"/>
                <a:gd name="T76" fmla="*/ 43 w 61"/>
                <a:gd name="T77" fmla="*/ 58 h 65"/>
                <a:gd name="T78" fmla="*/ 51 w 61"/>
                <a:gd name="T79" fmla="*/ 58 h 65"/>
                <a:gd name="T80" fmla="*/ 51 w 61"/>
                <a:gd name="T81" fmla="*/ 51 h 65"/>
                <a:gd name="T82" fmla="*/ 51 w 61"/>
                <a:gd name="T83" fmla="*/ 51 h 65"/>
                <a:gd name="T84" fmla="*/ 51 w 61"/>
                <a:gd name="T85" fmla="*/ 50 h 65"/>
                <a:gd name="T86" fmla="*/ 51 w 61"/>
                <a:gd name="T87" fmla="*/ 50 h 65"/>
                <a:gd name="T88" fmla="*/ 59 w 61"/>
                <a:gd name="T89" fmla="*/ 50 h 65"/>
                <a:gd name="T90" fmla="*/ 59 w 61"/>
                <a:gd name="T91" fmla="*/ 44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1" h="65">
                  <a:moveTo>
                    <a:pt x="59" y="44"/>
                  </a:moveTo>
                  <a:cubicBezTo>
                    <a:pt x="51" y="27"/>
                    <a:pt x="51" y="27"/>
                    <a:pt x="51" y="27"/>
                  </a:cubicBezTo>
                  <a:cubicBezTo>
                    <a:pt x="50" y="28"/>
                    <a:pt x="50" y="28"/>
                    <a:pt x="50" y="28"/>
                  </a:cubicBezTo>
                  <a:cubicBezTo>
                    <a:pt x="47" y="31"/>
                    <a:pt x="47" y="31"/>
                    <a:pt x="47" y="31"/>
                  </a:cubicBezTo>
                  <a:cubicBezTo>
                    <a:pt x="47" y="31"/>
                    <a:pt x="47" y="31"/>
                    <a:pt x="47" y="31"/>
                  </a:cubicBezTo>
                  <a:cubicBezTo>
                    <a:pt x="47" y="31"/>
                    <a:pt x="47" y="31"/>
                    <a:pt x="47" y="31"/>
                  </a:cubicBezTo>
                  <a:cubicBezTo>
                    <a:pt x="46" y="32"/>
                    <a:pt x="46" y="32"/>
                    <a:pt x="46" y="32"/>
                  </a:cubicBezTo>
                  <a:cubicBezTo>
                    <a:pt x="46" y="32"/>
                    <a:pt x="46" y="32"/>
                    <a:pt x="46" y="32"/>
                  </a:cubicBezTo>
                  <a:cubicBezTo>
                    <a:pt x="45" y="33"/>
                    <a:pt x="44" y="33"/>
                    <a:pt x="43" y="34"/>
                  </a:cubicBezTo>
                  <a:cubicBezTo>
                    <a:pt x="43" y="34"/>
                    <a:pt x="43" y="34"/>
                    <a:pt x="42" y="34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8" y="35"/>
                    <a:pt x="34" y="35"/>
                    <a:pt x="31" y="32"/>
                  </a:cubicBezTo>
                  <a:cubicBezTo>
                    <a:pt x="31" y="32"/>
                    <a:pt x="31" y="32"/>
                    <a:pt x="31" y="31"/>
                  </a:cubicBezTo>
                  <a:cubicBezTo>
                    <a:pt x="28" y="29"/>
                    <a:pt x="27" y="25"/>
                    <a:pt x="28" y="22"/>
                  </a:cubicBezTo>
                  <a:cubicBezTo>
                    <a:pt x="28" y="22"/>
                    <a:pt x="28" y="21"/>
                    <a:pt x="28" y="21"/>
                  </a:cubicBezTo>
                  <a:cubicBezTo>
                    <a:pt x="28" y="20"/>
                    <a:pt x="29" y="18"/>
                    <a:pt x="30" y="17"/>
                  </a:cubicBezTo>
                  <a:cubicBezTo>
                    <a:pt x="30" y="16"/>
                    <a:pt x="30" y="16"/>
                    <a:pt x="31" y="16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32" y="15"/>
                    <a:pt x="32" y="15"/>
                    <a:pt x="32" y="14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4" y="2"/>
                    <a:pt x="44" y="2"/>
                    <a:pt x="44" y="2"/>
                  </a:cubicBezTo>
                  <a:cubicBezTo>
                    <a:pt x="41" y="0"/>
                    <a:pt x="36" y="0"/>
                    <a:pt x="32" y="3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23" y="13"/>
                    <a:pt x="23" y="13"/>
                    <a:pt x="23" y="13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3" y="46"/>
                    <a:pt x="13" y="46"/>
                    <a:pt x="13" y="46"/>
                  </a:cubicBezTo>
                  <a:cubicBezTo>
                    <a:pt x="20" y="61"/>
                    <a:pt x="20" y="61"/>
                    <a:pt x="20" y="61"/>
                  </a:cubicBezTo>
                  <a:cubicBezTo>
                    <a:pt x="20" y="61"/>
                    <a:pt x="20" y="61"/>
                    <a:pt x="20" y="61"/>
                  </a:cubicBezTo>
                  <a:cubicBezTo>
                    <a:pt x="21" y="61"/>
                    <a:pt x="21" y="62"/>
                    <a:pt x="21" y="62"/>
                  </a:cubicBezTo>
                  <a:cubicBezTo>
                    <a:pt x="24" y="64"/>
                    <a:pt x="27" y="64"/>
                    <a:pt x="29" y="62"/>
                  </a:cubicBezTo>
                  <a:cubicBezTo>
                    <a:pt x="30" y="61"/>
                    <a:pt x="31" y="59"/>
                    <a:pt x="31" y="58"/>
                  </a:cubicBezTo>
                  <a:cubicBezTo>
                    <a:pt x="33" y="61"/>
                    <a:pt x="33" y="61"/>
                    <a:pt x="33" y="61"/>
                  </a:cubicBezTo>
                  <a:cubicBezTo>
                    <a:pt x="33" y="61"/>
                    <a:pt x="33" y="61"/>
                    <a:pt x="33" y="61"/>
                  </a:cubicBezTo>
                  <a:cubicBezTo>
                    <a:pt x="33" y="62"/>
                    <a:pt x="33" y="62"/>
                    <a:pt x="34" y="63"/>
                  </a:cubicBezTo>
                  <a:cubicBezTo>
                    <a:pt x="36" y="65"/>
                    <a:pt x="39" y="65"/>
                    <a:pt x="41" y="63"/>
                  </a:cubicBezTo>
                  <a:cubicBezTo>
                    <a:pt x="43" y="61"/>
                    <a:pt x="43" y="59"/>
                    <a:pt x="43" y="57"/>
                  </a:cubicBezTo>
                  <a:cubicBezTo>
                    <a:pt x="43" y="58"/>
                    <a:pt x="43" y="58"/>
                    <a:pt x="43" y="58"/>
                  </a:cubicBezTo>
                  <a:cubicBezTo>
                    <a:pt x="45" y="60"/>
                    <a:pt x="48" y="60"/>
                    <a:pt x="51" y="58"/>
                  </a:cubicBezTo>
                  <a:cubicBezTo>
                    <a:pt x="52" y="56"/>
                    <a:pt x="53" y="53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0"/>
                    <a:pt x="51" y="50"/>
                    <a:pt x="51" y="50"/>
                  </a:cubicBezTo>
                  <a:cubicBezTo>
                    <a:pt x="51" y="50"/>
                    <a:pt x="51" y="50"/>
                    <a:pt x="51" y="50"/>
                  </a:cubicBezTo>
                  <a:cubicBezTo>
                    <a:pt x="53" y="52"/>
                    <a:pt x="56" y="52"/>
                    <a:pt x="59" y="50"/>
                  </a:cubicBezTo>
                  <a:cubicBezTo>
                    <a:pt x="60" y="48"/>
                    <a:pt x="61" y="46"/>
                    <a:pt x="59" y="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97324">
                <a:defRPr/>
              </a:pPr>
              <a:endParaRPr lang="en-US">
                <a:solidFill>
                  <a:schemeClr val="accent1"/>
                </a:solidFill>
                <a:latin typeface="RTA Office"/>
                <a:cs typeface="RTA Office"/>
              </a:endParaRPr>
            </a:p>
          </p:txBody>
        </p:sp>
      </p:grp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46F6EE07-CBBE-7098-A031-0BF8CB69EAF4}"/>
              </a:ext>
            </a:extLst>
          </p:cNvPr>
          <p:cNvCxnSpPr>
            <a:cxnSpLocks/>
          </p:cNvCxnSpPr>
          <p:nvPr/>
        </p:nvCxnSpPr>
        <p:spPr>
          <a:xfrm flipV="1">
            <a:off x="5608206" y="5360467"/>
            <a:ext cx="0" cy="252000"/>
          </a:xfrm>
          <a:prstGeom prst="straightConnector1">
            <a:avLst/>
          </a:prstGeom>
          <a:ln w="12700">
            <a:solidFill>
              <a:schemeClr val="bg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Rectangle 44">
            <a:extLst>
              <a:ext uri="{FF2B5EF4-FFF2-40B4-BE49-F238E27FC236}">
                <a16:creationId xmlns:a16="http://schemas.microsoft.com/office/drawing/2014/main" id="{518A4AA4-5D71-B588-909E-AA7D69F05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3805" y="5423548"/>
            <a:ext cx="269672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1097324" rtl="1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en-US" altLang="en-US" sz="900" b="1" dirty="0">
                <a:solidFill>
                  <a:schemeClr val="accent1"/>
                </a:solidFill>
                <a:latin typeface="RTA Office"/>
                <a:cs typeface="RTA Office"/>
              </a:rPr>
              <a:t>KPI</a:t>
            </a:r>
            <a:endParaRPr lang="en-US" altLang="en-US" sz="900" dirty="0">
              <a:solidFill>
                <a:schemeClr val="accent1"/>
              </a:solidFill>
              <a:latin typeface="RTA Office"/>
              <a:cs typeface="RTA Office"/>
            </a:endParaRPr>
          </a:p>
        </p:txBody>
      </p: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A066E779-A134-6C78-18E6-51B4AD98426A}"/>
              </a:ext>
            </a:extLst>
          </p:cNvPr>
          <p:cNvCxnSpPr>
            <a:cxnSpLocks/>
          </p:cNvCxnSpPr>
          <p:nvPr/>
        </p:nvCxnSpPr>
        <p:spPr>
          <a:xfrm flipV="1">
            <a:off x="6278766" y="5361081"/>
            <a:ext cx="0" cy="252000"/>
          </a:xfrm>
          <a:prstGeom prst="straightConnector1">
            <a:avLst/>
          </a:prstGeom>
          <a:ln w="12700">
            <a:solidFill>
              <a:schemeClr val="bg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Rectangle 44">
            <a:extLst>
              <a:ext uri="{FF2B5EF4-FFF2-40B4-BE49-F238E27FC236}">
                <a16:creationId xmlns:a16="http://schemas.microsoft.com/office/drawing/2014/main" id="{E1D3E9CA-1846-EA63-CCB2-8205F8F9D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9046" y="5428887"/>
            <a:ext cx="113153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1097324" rtl="1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en-US" altLang="en-US" sz="900" b="1" dirty="0">
                <a:solidFill>
                  <a:schemeClr val="accent1"/>
                </a:solidFill>
                <a:latin typeface="RTA Office"/>
                <a:cs typeface="RTA Office"/>
              </a:rPr>
              <a:t>Revenue Streamline</a:t>
            </a:r>
            <a:endParaRPr lang="en-US" altLang="en-US" sz="900" dirty="0">
              <a:solidFill>
                <a:schemeClr val="accent1"/>
              </a:solidFill>
              <a:latin typeface="RTA Office"/>
              <a:cs typeface="RTA Office"/>
            </a:endParaRPr>
          </a:p>
        </p:txBody>
      </p: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70D009F4-C1D3-796B-1258-C2D51543F597}"/>
              </a:ext>
            </a:extLst>
          </p:cNvPr>
          <p:cNvCxnSpPr>
            <a:cxnSpLocks/>
          </p:cNvCxnSpPr>
          <p:nvPr/>
        </p:nvCxnSpPr>
        <p:spPr>
          <a:xfrm flipV="1">
            <a:off x="7838788" y="5357158"/>
            <a:ext cx="0" cy="252000"/>
          </a:xfrm>
          <a:prstGeom prst="straightConnector1">
            <a:avLst/>
          </a:prstGeom>
          <a:ln w="12700">
            <a:solidFill>
              <a:schemeClr val="bg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Rectangle 44">
            <a:extLst>
              <a:ext uri="{FF2B5EF4-FFF2-40B4-BE49-F238E27FC236}">
                <a16:creationId xmlns:a16="http://schemas.microsoft.com/office/drawing/2014/main" id="{F412611D-BA53-3D56-333F-8944966B0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5054" y="5423548"/>
            <a:ext cx="144055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1097324" rtl="1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en-US" altLang="en-US" sz="900" b="1" dirty="0">
                <a:solidFill>
                  <a:schemeClr val="accent1"/>
                </a:solidFill>
                <a:latin typeface="RTA Office"/>
                <a:cs typeface="RTA Office"/>
              </a:rPr>
              <a:t>Stakeholder Management</a:t>
            </a:r>
            <a:endParaRPr lang="en-US" altLang="en-US" sz="900" dirty="0">
              <a:solidFill>
                <a:schemeClr val="accent1"/>
              </a:solidFill>
              <a:latin typeface="RTA Office"/>
              <a:cs typeface="RTA Office"/>
            </a:endParaRPr>
          </a:p>
        </p:txBody>
      </p:sp>
      <p:grpSp>
        <p:nvGrpSpPr>
          <p:cNvPr id="209" name="Gráfico 243">
            <a:extLst>
              <a:ext uri="{FF2B5EF4-FFF2-40B4-BE49-F238E27FC236}">
                <a16:creationId xmlns:a16="http://schemas.microsoft.com/office/drawing/2014/main" id="{986A4E7B-DA29-92AE-5CF5-43BA4EAD8953}"/>
              </a:ext>
            </a:extLst>
          </p:cNvPr>
          <p:cNvGrpSpPr/>
          <p:nvPr/>
        </p:nvGrpSpPr>
        <p:grpSpPr>
          <a:xfrm>
            <a:off x="6334126" y="5375158"/>
            <a:ext cx="252000" cy="216000"/>
            <a:chOff x="526850" y="4343006"/>
            <a:chExt cx="655131" cy="492347"/>
          </a:xfrm>
          <a:solidFill>
            <a:schemeClr val="accent1"/>
          </a:solidFill>
        </p:grpSpPr>
        <p:sp>
          <p:nvSpPr>
            <p:cNvPr id="210" name="Forma libre 384">
              <a:extLst>
                <a:ext uri="{FF2B5EF4-FFF2-40B4-BE49-F238E27FC236}">
                  <a16:creationId xmlns:a16="http://schemas.microsoft.com/office/drawing/2014/main" id="{CC5C5C08-98CB-6000-66B7-7ED35E68E133}"/>
                </a:ext>
              </a:extLst>
            </p:cNvPr>
            <p:cNvSpPr/>
            <p:nvPr/>
          </p:nvSpPr>
          <p:spPr>
            <a:xfrm>
              <a:off x="853947" y="4343006"/>
              <a:ext cx="273434" cy="246602"/>
            </a:xfrm>
            <a:custGeom>
              <a:avLst/>
              <a:gdLst>
                <a:gd name="connsiteX0" fmla="*/ 96362 w 273433"/>
                <a:gd name="connsiteY0" fmla="*/ 246283 h 246601"/>
                <a:gd name="connsiteX1" fmla="*/ 182122 w 273433"/>
                <a:gd name="connsiteY1" fmla="*/ 191364 h 246601"/>
                <a:gd name="connsiteX2" fmla="*/ 273541 w 273433"/>
                <a:gd name="connsiteY2" fmla="*/ 96362 h 246601"/>
                <a:gd name="connsiteX3" fmla="*/ 178137 w 273433"/>
                <a:gd name="connsiteY3" fmla="*/ 958 h 246601"/>
                <a:gd name="connsiteX4" fmla="*/ 92067 w 273433"/>
                <a:gd name="connsiteY4" fmla="*/ 55910 h 246601"/>
                <a:gd name="connsiteX5" fmla="*/ 958 w 273433"/>
                <a:gd name="connsiteY5" fmla="*/ 150879 h 246601"/>
                <a:gd name="connsiteX6" fmla="*/ 96362 w 273433"/>
                <a:gd name="connsiteY6" fmla="*/ 246283 h 246601"/>
                <a:gd name="connsiteX7" fmla="*/ 164508 w 273433"/>
                <a:gd name="connsiteY7" fmla="*/ 69105 h 246601"/>
                <a:gd name="connsiteX8" fmla="*/ 178137 w 273433"/>
                <a:gd name="connsiteY8" fmla="*/ 55475 h 246601"/>
                <a:gd name="connsiteX9" fmla="*/ 191767 w 273433"/>
                <a:gd name="connsiteY9" fmla="*/ 69105 h 246601"/>
                <a:gd name="connsiteX10" fmla="*/ 191767 w 273433"/>
                <a:gd name="connsiteY10" fmla="*/ 123622 h 246601"/>
                <a:gd name="connsiteX11" fmla="*/ 178137 w 273433"/>
                <a:gd name="connsiteY11" fmla="*/ 137251 h 246601"/>
                <a:gd name="connsiteX12" fmla="*/ 164508 w 273433"/>
                <a:gd name="connsiteY12" fmla="*/ 123622 h 246601"/>
                <a:gd name="connsiteX13" fmla="*/ 164508 w 273433"/>
                <a:gd name="connsiteY13" fmla="*/ 69105 h 246601"/>
                <a:gd name="connsiteX14" fmla="*/ 83966 w 273433"/>
                <a:gd name="connsiteY14" fmla="*/ 84164 h 246601"/>
                <a:gd name="connsiteX15" fmla="*/ 82733 w 273433"/>
                <a:gd name="connsiteY15" fmla="*/ 96364 h 246601"/>
                <a:gd name="connsiteX16" fmla="*/ 84984 w 273433"/>
                <a:gd name="connsiteY16" fmla="*/ 116561 h 246601"/>
                <a:gd name="connsiteX17" fmla="*/ 82733 w 273433"/>
                <a:gd name="connsiteY17" fmla="*/ 123622 h 246601"/>
                <a:gd name="connsiteX18" fmla="*/ 82733 w 273433"/>
                <a:gd name="connsiteY18" fmla="*/ 178138 h 246601"/>
                <a:gd name="connsiteX19" fmla="*/ 96362 w 273433"/>
                <a:gd name="connsiteY19" fmla="*/ 191768 h 246601"/>
                <a:gd name="connsiteX20" fmla="*/ 109992 w 273433"/>
                <a:gd name="connsiteY20" fmla="*/ 178138 h 246601"/>
                <a:gd name="connsiteX21" fmla="*/ 109992 w 273433"/>
                <a:gd name="connsiteY21" fmla="*/ 162921 h 246601"/>
                <a:gd name="connsiteX22" fmla="*/ 152939 w 273433"/>
                <a:gd name="connsiteY22" fmla="*/ 187959 h 246601"/>
                <a:gd name="connsiteX23" fmla="*/ 96362 w 273433"/>
                <a:gd name="connsiteY23" fmla="*/ 219026 h 246601"/>
                <a:gd name="connsiteX24" fmla="*/ 28217 w 273433"/>
                <a:gd name="connsiteY24" fmla="*/ 150881 h 246601"/>
                <a:gd name="connsiteX25" fmla="*/ 83966 w 273433"/>
                <a:gd name="connsiteY25" fmla="*/ 84164 h 246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73433" h="246601">
                  <a:moveTo>
                    <a:pt x="96362" y="246283"/>
                  </a:moveTo>
                  <a:cubicBezTo>
                    <a:pt x="133337" y="246283"/>
                    <a:pt x="166488" y="224502"/>
                    <a:pt x="182122" y="191364"/>
                  </a:cubicBezTo>
                  <a:cubicBezTo>
                    <a:pt x="232840" y="189223"/>
                    <a:pt x="273541" y="147598"/>
                    <a:pt x="273541" y="96362"/>
                  </a:cubicBezTo>
                  <a:cubicBezTo>
                    <a:pt x="273541" y="43762"/>
                    <a:pt x="230737" y="958"/>
                    <a:pt x="178137" y="958"/>
                  </a:cubicBezTo>
                  <a:cubicBezTo>
                    <a:pt x="140048" y="958"/>
                    <a:pt x="107350" y="23554"/>
                    <a:pt x="92067" y="55910"/>
                  </a:cubicBezTo>
                  <a:cubicBezTo>
                    <a:pt x="41494" y="58211"/>
                    <a:pt x="958" y="99751"/>
                    <a:pt x="958" y="150879"/>
                  </a:cubicBezTo>
                  <a:cubicBezTo>
                    <a:pt x="958" y="203480"/>
                    <a:pt x="43762" y="246283"/>
                    <a:pt x="96362" y="246283"/>
                  </a:cubicBezTo>
                  <a:close/>
                  <a:moveTo>
                    <a:pt x="164508" y="69105"/>
                  </a:moveTo>
                  <a:cubicBezTo>
                    <a:pt x="164508" y="61571"/>
                    <a:pt x="170604" y="55475"/>
                    <a:pt x="178137" y="55475"/>
                  </a:cubicBezTo>
                  <a:cubicBezTo>
                    <a:pt x="185671" y="55475"/>
                    <a:pt x="191767" y="61571"/>
                    <a:pt x="191767" y="69105"/>
                  </a:cubicBezTo>
                  <a:lnTo>
                    <a:pt x="191767" y="123622"/>
                  </a:lnTo>
                  <a:cubicBezTo>
                    <a:pt x="191767" y="131155"/>
                    <a:pt x="185671" y="137251"/>
                    <a:pt x="178137" y="137251"/>
                  </a:cubicBezTo>
                  <a:cubicBezTo>
                    <a:pt x="170604" y="137251"/>
                    <a:pt x="164508" y="131155"/>
                    <a:pt x="164508" y="123622"/>
                  </a:cubicBezTo>
                  <a:lnTo>
                    <a:pt x="164508" y="69105"/>
                  </a:lnTo>
                  <a:close/>
                  <a:moveTo>
                    <a:pt x="83966" y="84164"/>
                  </a:moveTo>
                  <a:cubicBezTo>
                    <a:pt x="83442" y="88202"/>
                    <a:pt x="82733" y="92187"/>
                    <a:pt x="82733" y="96364"/>
                  </a:cubicBezTo>
                  <a:cubicBezTo>
                    <a:pt x="82733" y="103304"/>
                    <a:pt x="83570" y="110038"/>
                    <a:pt x="84984" y="116561"/>
                  </a:cubicBezTo>
                  <a:cubicBezTo>
                    <a:pt x="83684" y="118650"/>
                    <a:pt x="82733" y="120977"/>
                    <a:pt x="82733" y="123622"/>
                  </a:cubicBezTo>
                  <a:lnTo>
                    <a:pt x="82733" y="178138"/>
                  </a:lnTo>
                  <a:cubicBezTo>
                    <a:pt x="82733" y="185672"/>
                    <a:pt x="88829" y="191768"/>
                    <a:pt x="96362" y="191768"/>
                  </a:cubicBezTo>
                  <a:cubicBezTo>
                    <a:pt x="103896" y="191768"/>
                    <a:pt x="109992" y="185672"/>
                    <a:pt x="109992" y="178138"/>
                  </a:cubicBezTo>
                  <a:lnTo>
                    <a:pt x="109992" y="162921"/>
                  </a:lnTo>
                  <a:cubicBezTo>
                    <a:pt x="121630" y="174834"/>
                    <a:pt x="136440" y="183404"/>
                    <a:pt x="152939" y="187959"/>
                  </a:cubicBezTo>
                  <a:cubicBezTo>
                    <a:pt x="140578" y="206943"/>
                    <a:pt x="119516" y="219026"/>
                    <a:pt x="96362" y="219026"/>
                  </a:cubicBezTo>
                  <a:cubicBezTo>
                    <a:pt x="58776" y="219026"/>
                    <a:pt x="28217" y="188453"/>
                    <a:pt x="28217" y="150881"/>
                  </a:cubicBezTo>
                  <a:cubicBezTo>
                    <a:pt x="28216" y="117773"/>
                    <a:pt x="51986" y="90186"/>
                    <a:pt x="83966" y="8416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7218">
                <a:defRPr/>
              </a:pPr>
              <a:endParaRPr lang="es-MX" kern="0">
                <a:solidFill>
                  <a:schemeClr val="accent1"/>
                </a:solidFill>
                <a:latin typeface="RTA Office"/>
                <a:cs typeface="RTA Office"/>
              </a:endParaRPr>
            </a:p>
          </p:txBody>
        </p:sp>
        <p:sp>
          <p:nvSpPr>
            <p:cNvPr id="211" name="Forma libre 385">
              <a:extLst>
                <a:ext uri="{FF2B5EF4-FFF2-40B4-BE49-F238E27FC236}">
                  <a16:creationId xmlns:a16="http://schemas.microsoft.com/office/drawing/2014/main" id="{C2748A33-EDAA-BA12-4533-136F6B085648}"/>
                </a:ext>
              </a:extLst>
            </p:cNvPr>
            <p:cNvSpPr/>
            <p:nvPr/>
          </p:nvSpPr>
          <p:spPr>
            <a:xfrm>
              <a:off x="526850" y="4533807"/>
              <a:ext cx="160993" cy="246602"/>
            </a:xfrm>
            <a:custGeom>
              <a:avLst/>
              <a:gdLst>
                <a:gd name="connsiteX0" fmla="*/ 128252 w 160993"/>
                <a:gd name="connsiteY0" fmla="*/ 23422 h 246601"/>
                <a:gd name="connsiteX1" fmla="*/ 17249 w 160993"/>
                <a:gd name="connsiteY1" fmla="*/ 1222 h 246601"/>
                <a:gd name="connsiteX2" fmla="*/ 5936 w 160993"/>
                <a:gd name="connsiteY2" fmla="*/ 4043 h 246601"/>
                <a:gd name="connsiteX3" fmla="*/ 958 w 160993"/>
                <a:gd name="connsiteY3" fmla="*/ 14584 h 246601"/>
                <a:gd name="connsiteX4" fmla="*/ 958 w 160993"/>
                <a:gd name="connsiteY4" fmla="*/ 232650 h 246601"/>
                <a:gd name="connsiteX5" fmla="*/ 14588 w 160993"/>
                <a:gd name="connsiteY5" fmla="*/ 246280 h 246601"/>
                <a:gd name="connsiteX6" fmla="*/ 99982 w 160993"/>
                <a:gd name="connsiteY6" fmla="*/ 246280 h 246601"/>
                <a:gd name="connsiteX7" fmla="*/ 140471 w 160993"/>
                <a:gd name="connsiteY7" fmla="*/ 211182 h 246601"/>
                <a:gd name="connsiteX8" fmla="*/ 160728 w 160993"/>
                <a:gd name="connsiteY8" fmla="*/ 69300 h 246601"/>
                <a:gd name="connsiteX9" fmla="*/ 128252 w 160993"/>
                <a:gd name="connsiteY9" fmla="*/ 23422 h 246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0993" h="246601">
                  <a:moveTo>
                    <a:pt x="128252" y="23422"/>
                  </a:moveTo>
                  <a:lnTo>
                    <a:pt x="17249" y="1222"/>
                  </a:lnTo>
                  <a:cubicBezTo>
                    <a:pt x="13283" y="423"/>
                    <a:pt x="9104" y="1462"/>
                    <a:pt x="5936" y="4043"/>
                  </a:cubicBezTo>
                  <a:cubicBezTo>
                    <a:pt x="2794" y="6638"/>
                    <a:pt x="958" y="10498"/>
                    <a:pt x="958" y="14584"/>
                  </a:cubicBezTo>
                  <a:lnTo>
                    <a:pt x="958" y="232650"/>
                  </a:lnTo>
                  <a:cubicBezTo>
                    <a:pt x="958" y="240184"/>
                    <a:pt x="7054" y="246280"/>
                    <a:pt x="14588" y="246280"/>
                  </a:cubicBezTo>
                  <a:lnTo>
                    <a:pt x="99982" y="246280"/>
                  </a:lnTo>
                  <a:cubicBezTo>
                    <a:pt x="120213" y="246280"/>
                    <a:pt x="137622" y="231186"/>
                    <a:pt x="140471" y="211182"/>
                  </a:cubicBezTo>
                  <a:lnTo>
                    <a:pt x="160728" y="69300"/>
                  </a:lnTo>
                  <a:cubicBezTo>
                    <a:pt x="163789" y="47818"/>
                    <a:pt x="149548" y="27668"/>
                    <a:pt x="128252" y="2342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7218">
                <a:defRPr/>
              </a:pPr>
              <a:endParaRPr lang="es-MX" kern="0" dirty="0">
                <a:solidFill>
                  <a:schemeClr val="accent1"/>
                </a:solidFill>
                <a:latin typeface="RTA Office"/>
                <a:cs typeface="RTA Office"/>
              </a:endParaRPr>
            </a:p>
          </p:txBody>
        </p:sp>
        <p:sp>
          <p:nvSpPr>
            <p:cNvPr id="212" name="Forma libre 386">
              <a:extLst>
                <a:ext uri="{FF2B5EF4-FFF2-40B4-BE49-F238E27FC236}">
                  <a16:creationId xmlns:a16="http://schemas.microsoft.com/office/drawing/2014/main" id="{A40769B5-11BB-0235-DFFA-9F5695D94232}"/>
                </a:ext>
              </a:extLst>
            </p:cNvPr>
            <p:cNvSpPr/>
            <p:nvPr/>
          </p:nvSpPr>
          <p:spPr>
            <a:xfrm>
              <a:off x="691333" y="4574696"/>
              <a:ext cx="490648" cy="260657"/>
            </a:xfrm>
            <a:custGeom>
              <a:avLst/>
              <a:gdLst>
                <a:gd name="connsiteX0" fmla="*/ 408897 w 490647"/>
                <a:gd name="connsiteY0" fmla="*/ 82737 h 260656"/>
                <a:gd name="connsiteX1" fmla="*/ 337377 w 490647"/>
                <a:gd name="connsiteY1" fmla="*/ 95278 h 260656"/>
                <a:gd name="connsiteX2" fmla="*/ 327113 w 490647"/>
                <a:gd name="connsiteY2" fmla="*/ 109176 h 260656"/>
                <a:gd name="connsiteX3" fmla="*/ 327122 w 490647"/>
                <a:gd name="connsiteY3" fmla="*/ 109995 h 260656"/>
                <a:gd name="connsiteX4" fmla="*/ 301594 w 490647"/>
                <a:gd name="connsiteY4" fmla="*/ 160998 h 260656"/>
                <a:gd name="connsiteX5" fmla="*/ 237175 w 490647"/>
                <a:gd name="connsiteY5" fmla="*/ 178446 h 260656"/>
                <a:gd name="connsiteX6" fmla="*/ 84567 w 490647"/>
                <a:gd name="connsiteY6" fmla="*/ 149425 h 260656"/>
                <a:gd name="connsiteX7" fmla="*/ 74270 w 490647"/>
                <a:gd name="connsiteY7" fmla="*/ 133657 h 260656"/>
                <a:gd name="connsiteX8" fmla="*/ 91541 w 490647"/>
                <a:gd name="connsiteY8" fmla="*/ 123063 h 260656"/>
                <a:gd name="connsiteX9" fmla="*/ 237175 w 490647"/>
                <a:gd name="connsiteY9" fmla="*/ 151186 h 260656"/>
                <a:gd name="connsiteX10" fmla="*/ 285303 w 490647"/>
                <a:gd name="connsiteY10" fmla="*/ 139141 h 260656"/>
                <a:gd name="connsiteX11" fmla="*/ 299864 w 490647"/>
                <a:gd name="connsiteY11" fmla="*/ 109992 h 260656"/>
                <a:gd name="connsiteX12" fmla="*/ 299159 w 490647"/>
                <a:gd name="connsiteY12" fmla="*/ 103516 h 260656"/>
                <a:gd name="connsiteX13" fmla="*/ 193547 w 490647"/>
                <a:gd name="connsiteY13" fmla="*/ 42113 h 260656"/>
                <a:gd name="connsiteX14" fmla="*/ 135304 w 490647"/>
                <a:gd name="connsiteY14" fmla="*/ 20630 h 260656"/>
                <a:gd name="connsiteX15" fmla="*/ 68170 w 490647"/>
                <a:gd name="connsiteY15" fmla="*/ 958 h 260656"/>
                <a:gd name="connsiteX16" fmla="*/ 35360 w 490647"/>
                <a:gd name="connsiteY16" fmla="*/ 3213 h 260656"/>
                <a:gd name="connsiteX17" fmla="*/ 23585 w 490647"/>
                <a:gd name="connsiteY17" fmla="*/ 17764 h 260656"/>
                <a:gd name="connsiteX18" fmla="*/ 23209 w 490647"/>
                <a:gd name="connsiteY18" fmla="*/ 32275 h 260656"/>
                <a:gd name="connsiteX19" fmla="*/ 2952 w 490647"/>
                <a:gd name="connsiteY19" fmla="*/ 174197 h 260656"/>
                <a:gd name="connsiteX20" fmla="*/ 2073 w 490647"/>
                <a:gd name="connsiteY20" fmla="*/ 177883 h 260656"/>
                <a:gd name="connsiteX21" fmla="*/ 1354 w 490647"/>
                <a:gd name="connsiteY21" fmla="*/ 180611 h 260656"/>
                <a:gd name="connsiteX22" fmla="*/ 9020 w 490647"/>
                <a:gd name="connsiteY22" fmla="*/ 196317 h 260656"/>
                <a:gd name="connsiteX23" fmla="*/ 204459 w 490647"/>
                <a:gd name="connsiteY23" fmla="*/ 259910 h 260656"/>
                <a:gd name="connsiteX24" fmla="*/ 438177 w 490647"/>
                <a:gd name="connsiteY24" fmla="*/ 171002 h 260656"/>
                <a:gd name="connsiteX25" fmla="*/ 482233 w 490647"/>
                <a:gd name="connsiteY25" fmla="*/ 149861 h 260656"/>
                <a:gd name="connsiteX26" fmla="*/ 490667 w 490647"/>
                <a:gd name="connsiteY26" fmla="*/ 137746 h 260656"/>
                <a:gd name="connsiteX27" fmla="*/ 408897 w 490647"/>
                <a:gd name="connsiteY27" fmla="*/ 82737 h 260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90647" h="260656">
                  <a:moveTo>
                    <a:pt x="408897" y="82737"/>
                  </a:moveTo>
                  <a:cubicBezTo>
                    <a:pt x="391880" y="82737"/>
                    <a:pt x="363181" y="88803"/>
                    <a:pt x="337377" y="95278"/>
                  </a:cubicBezTo>
                  <a:cubicBezTo>
                    <a:pt x="331059" y="96863"/>
                    <a:pt x="326970" y="102664"/>
                    <a:pt x="327113" y="109176"/>
                  </a:cubicBezTo>
                  <a:cubicBezTo>
                    <a:pt x="327119" y="109448"/>
                    <a:pt x="327122" y="109720"/>
                    <a:pt x="327122" y="109995"/>
                  </a:cubicBezTo>
                  <a:cubicBezTo>
                    <a:pt x="327122" y="130611"/>
                    <a:pt x="318045" y="148712"/>
                    <a:pt x="301594" y="160998"/>
                  </a:cubicBezTo>
                  <a:cubicBezTo>
                    <a:pt x="285649" y="172897"/>
                    <a:pt x="265179" y="178446"/>
                    <a:pt x="237175" y="178446"/>
                  </a:cubicBezTo>
                  <a:cubicBezTo>
                    <a:pt x="200499" y="178446"/>
                    <a:pt x="150586" y="168949"/>
                    <a:pt x="84567" y="149425"/>
                  </a:cubicBezTo>
                  <a:cubicBezTo>
                    <a:pt x="77753" y="147410"/>
                    <a:pt x="72937" y="140637"/>
                    <a:pt x="74270" y="133657"/>
                  </a:cubicBezTo>
                  <a:cubicBezTo>
                    <a:pt x="75806" y="125607"/>
                    <a:pt x="83929" y="120786"/>
                    <a:pt x="91541" y="123063"/>
                  </a:cubicBezTo>
                  <a:cubicBezTo>
                    <a:pt x="154523" y="141723"/>
                    <a:pt x="203502" y="151186"/>
                    <a:pt x="237175" y="151186"/>
                  </a:cubicBezTo>
                  <a:cubicBezTo>
                    <a:pt x="265845" y="151186"/>
                    <a:pt x="278382" y="144318"/>
                    <a:pt x="285303" y="139141"/>
                  </a:cubicBezTo>
                  <a:cubicBezTo>
                    <a:pt x="294832" y="132033"/>
                    <a:pt x="299864" y="121958"/>
                    <a:pt x="299864" y="109992"/>
                  </a:cubicBezTo>
                  <a:cubicBezTo>
                    <a:pt x="299864" y="107706"/>
                    <a:pt x="299448" y="105648"/>
                    <a:pt x="299159" y="103516"/>
                  </a:cubicBezTo>
                  <a:cubicBezTo>
                    <a:pt x="293999" y="65889"/>
                    <a:pt x="244454" y="52453"/>
                    <a:pt x="193547" y="42113"/>
                  </a:cubicBezTo>
                  <a:cubicBezTo>
                    <a:pt x="169909" y="37321"/>
                    <a:pt x="152313" y="28843"/>
                    <a:pt x="135304" y="20630"/>
                  </a:cubicBezTo>
                  <a:cubicBezTo>
                    <a:pt x="114328" y="10514"/>
                    <a:pt x="94523" y="958"/>
                    <a:pt x="68170" y="958"/>
                  </a:cubicBezTo>
                  <a:cubicBezTo>
                    <a:pt x="57722" y="958"/>
                    <a:pt x="46687" y="1719"/>
                    <a:pt x="35360" y="3213"/>
                  </a:cubicBezTo>
                  <a:cubicBezTo>
                    <a:pt x="28208" y="4156"/>
                    <a:pt x="23046" y="10571"/>
                    <a:pt x="23585" y="17764"/>
                  </a:cubicBezTo>
                  <a:cubicBezTo>
                    <a:pt x="23981" y="23048"/>
                    <a:pt x="23874" y="27788"/>
                    <a:pt x="23209" y="32275"/>
                  </a:cubicBezTo>
                  <a:lnTo>
                    <a:pt x="2952" y="174197"/>
                  </a:lnTo>
                  <a:cubicBezTo>
                    <a:pt x="2765" y="175474"/>
                    <a:pt x="2392" y="176673"/>
                    <a:pt x="2073" y="177883"/>
                  </a:cubicBezTo>
                  <a:cubicBezTo>
                    <a:pt x="2046" y="178003"/>
                    <a:pt x="1380" y="180505"/>
                    <a:pt x="1354" y="180611"/>
                  </a:cubicBezTo>
                  <a:cubicBezTo>
                    <a:pt x="-217" y="187012"/>
                    <a:pt x="3004" y="193628"/>
                    <a:pt x="9020" y="196317"/>
                  </a:cubicBezTo>
                  <a:cubicBezTo>
                    <a:pt x="73865" y="225331"/>
                    <a:pt x="160431" y="259910"/>
                    <a:pt x="204459" y="259910"/>
                  </a:cubicBezTo>
                  <a:cubicBezTo>
                    <a:pt x="257325" y="259910"/>
                    <a:pt x="366172" y="206406"/>
                    <a:pt x="438177" y="171002"/>
                  </a:cubicBezTo>
                  <a:cubicBezTo>
                    <a:pt x="456763" y="161868"/>
                    <a:pt x="472165" y="154286"/>
                    <a:pt x="482233" y="149861"/>
                  </a:cubicBezTo>
                  <a:cubicBezTo>
                    <a:pt x="487111" y="147718"/>
                    <a:pt x="490610" y="143074"/>
                    <a:pt x="490667" y="137746"/>
                  </a:cubicBezTo>
                  <a:cubicBezTo>
                    <a:pt x="491017" y="105382"/>
                    <a:pt x="457299" y="82737"/>
                    <a:pt x="408897" y="8273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7218">
                <a:defRPr/>
              </a:pPr>
              <a:endParaRPr lang="es-MX" kern="0">
                <a:solidFill>
                  <a:schemeClr val="accent1"/>
                </a:solidFill>
                <a:latin typeface="RTA Office"/>
                <a:cs typeface="RTA Office"/>
              </a:endParaRPr>
            </a:p>
          </p:txBody>
        </p:sp>
      </p:grpSp>
      <p:sp>
        <p:nvSpPr>
          <p:cNvPr id="216" name="Title 1">
            <a:extLst>
              <a:ext uri="{FF2B5EF4-FFF2-40B4-BE49-F238E27FC236}">
                <a16:creationId xmlns:a16="http://schemas.microsoft.com/office/drawing/2014/main" id="{544400DA-6E30-6B4B-55FE-F07777E0B1B8}"/>
              </a:ext>
            </a:extLst>
          </p:cNvPr>
          <p:cNvSpPr txBox="1">
            <a:spLocks/>
          </p:cNvSpPr>
          <p:nvPr/>
        </p:nvSpPr>
        <p:spPr>
          <a:xfrm>
            <a:off x="346396" y="109987"/>
            <a:ext cx="8851194" cy="358775"/>
          </a:xfrm>
          <a:prstGeom prst="rect">
            <a:avLst/>
          </a:prstGeom>
        </p:spPr>
        <p:txBody>
          <a:bodyPr vert="horz" wrap="square" lIns="0" tIns="1270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2800" b="1" kern="12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Bus Depots Roadmap</a:t>
            </a:r>
          </a:p>
        </p:txBody>
      </p:sp>
    </p:spTree>
    <p:extLst>
      <p:ext uri="{BB962C8B-B14F-4D97-AF65-F5344CB8AC3E}">
        <p14:creationId xmlns:p14="http://schemas.microsoft.com/office/powerpoint/2010/main" val="4158879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A98F1-0259-9F1B-69CE-752C78725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itle 1">
            <a:extLst>
              <a:ext uri="{FF2B5EF4-FFF2-40B4-BE49-F238E27FC236}">
                <a16:creationId xmlns:a16="http://schemas.microsoft.com/office/drawing/2014/main" id="{CF02C4EB-C656-BDD0-3A36-19A08A26AD62}"/>
              </a:ext>
            </a:extLst>
          </p:cNvPr>
          <p:cNvSpPr txBox="1">
            <a:spLocks/>
          </p:cNvSpPr>
          <p:nvPr/>
        </p:nvSpPr>
        <p:spPr>
          <a:xfrm>
            <a:off x="346396" y="109987"/>
            <a:ext cx="8851194" cy="358775"/>
          </a:xfrm>
          <a:prstGeom prst="rect">
            <a:avLst/>
          </a:prstGeom>
        </p:spPr>
        <p:txBody>
          <a:bodyPr vert="horz" wrap="square" lIns="0" tIns="1270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2800" b="1" kern="12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Our Targets for 2026</a:t>
            </a:r>
          </a:p>
        </p:txBody>
      </p:sp>
      <p:pic>
        <p:nvPicPr>
          <p:cNvPr id="1026" name="Picture 2" descr="Goals or business target infographic concept for slide presentation with  vertical stack shape balance 3 point list with flat style vector  illustration | Free Vector">
            <a:extLst>
              <a:ext uri="{FF2B5EF4-FFF2-40B4-BE49-F238E27FC236}">
                <a16:creationId xmlns:a16="http://schemas.microsoft.com/office/drawing/2014/main" id="{B4765C5A-B812-D483-6626-E4AD442874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AFAF8"/>
              </a:clrFrom>
              <a:clrTo>
                <a:srgbClr val="FAFAF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03" r="45667" b="63688"/>
          <a:stretch/>
        </p:blipFill>
        <p:spPr bwMode="auto">
          <a:xfrm>
            <a:off x="182790" y="714103"/>
            <a:ext cx="3239679" cy="1567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CB56E4C-11F0-40FA-4815-2F65585525D5}"/>
              </a:ext>
            </a:extLst>
          </p:cNvPr>
          <p:cNvSpPr txBox="1"/>
          <p:nvPr/>
        </p:nvSpPr>
        <p:spPr>
          <a:xfrm>
            <a:off x="3570515" y="990043"/>
            <a:ext cx="59392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Operational Performance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Achieve all operational KPIs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2 operational cost saving initiatives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1 new revenue stream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Reduction in customer complaints for cleanliness by 30%</a:t>
            </a:r>
          </a:p>
        </p:txBody>
      </p:sp>
      <p:pic>
        <p:nvPicPr>
          <p:cNvPr id="12" name="Picture 2" descr="Goals or business target infographic concept for slide presentation with  vertical stack shape balance 3 point list with flat style vector  illustration | Free Vector">
            <a:extLst>
              <a:ext uri="{FF2B5EF4-FFF2-40B4-BE49-F238E27FC236}">
                <a16:creationId xmlns:a16="http://schemas.microsoft.com/office/drawing/2014/main" id="{5323EC4D-10B5-1D7B-7996-11180C7F7F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AFAF8"/>
              </a:clrFrom>
              <a:clrTo>
                <a:srgbClr val="FAFAF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03" r="45667" b="63688"/>
          <a:stretch/>
        </p:blipFill>
        <p:spPr bwMode="auto">
          <a:xfrm>
            <a:off x="182790" y="2281647"/>
            <a:ext cx="3239679" cy="1567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FDEB06F-7357-CF78-6A33-A0C783CD1700}"/>
              </a:ext>
            </a:extLst>
          </p:cNvPr>
          <p:cNvSpPr txBox="1"/>
          <p:nvPr/>
        </p:nvSpPr>
        <p:spPr>
          <a:xfrm>
            <a:off x="3570515" y="2557587"/>
            <a:ext cx="5939245" cy="1177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Futuristic Vision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Readiness for digital depot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Maturity level of 70% in 1 year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Model depot for bus operations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Autonomous bus depot roadmap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5S Maturity of 5</a:t>
            </a:r>
          </a:p>
        </p:txBody>
      </p:sp>
      <p:pic>
        <p:nvPicPr>
          <p:cNvPr id="14" name="Picture 2" descr="Goals or business target infographic concept for slide presentation with  vertical stack shape balance 3 point list with flat style vector  illustration | Free Vector">
            <a:extLst>
              <a:ext uri="{FF2B5EF4-FFF2-40B4-BE49-F238E27FC236}">
                <a16:creationId xmlns:a16="http://schemas.microsoft.com/office/drawing/2014/main" id="{F53A5662-164D-F384-DCE6-369C865A36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AFAF8"/>
              </a:clrFrom>
              <a:clrTo>
                <a:srgbClr val="FAFAF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03" r="45667" b="63688"/>
          <a:stretch/>
        </p:blipFill>
        <p:spPr bwMode="auto">
          <a:xfrm>
            <a:off x="182790" y="3860394"/>
            <a:ext cx="3239679" cy="1567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133663E-78BB-ACB3-ED9E-67DF8B5CF9DE}"/>
              </a:ext>
            </a:extLst>
          </p:cNvPr>
          <p:cNvSpPr txBox="1"/>
          <p:nvPr/>
        </p:nvSpPr>
        <p:spPr>
          <a:xfrm>
            <a:off x="3570515" y="4136334"/>
            <a:ext cx="59392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Excellence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Secure awards under operational efficiency and employee category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Benchmark against top global depots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Submit for 1 IP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Research papers published</a:t>
            </a:r>
          </a:p>
        </p:txBody>
      </p:sp>
    </p:spTree>
    <p:extLst>
      <p:ext uri="{BB962C8B-B14F-4D97-AF65-F5344CB8AC3E}">
        <p14:creationId xmlns:p14="http://schemas.microsoft.com/office/powerpoint/2010/main" val="80061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02C22-F39E-1C6F-344A-844DC4F7B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E7D11-F330-FD72-5925-B03D68A0C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396" y="226663"/>
            <a:ext cx="8851194" cy="358775"/>
          </a:xfrm>
        </p:spPr>
        <p:txBody>
          <a:bodyPr/>
          <a:lstStyle/>
          <a:p>
            <a:r>
              <a:rPr lang="en-US" dirty="0"/>
              <a:t>04: Financial Performance</a:t>
            </a:r>
            <a:endParaRPr lang="en-A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A2D5DA-CBDF-9ABC-A01E-17A287007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59805" y="5234119"/>
            <a:ext cx="2370667" cy="358775"/>
          </a:xfrm>
        </p:spPr>
        <p:txBody>
          <a:bodyPr/>
          <a:lstStyle/>
          <a:p>
            <a:fld id="{1FA2DF15-5071-454C-8687-89BB3304C35E}" type="slidenum">
              <a:rPr lang="en-GB" smtClean="0"/>
              <a:pPr/>
              <a:t>34</a:t>
            </a:fld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13493C-1158-4592-298B-D1F2BDE6D02A}"/>
              </a:ext>
            </a:extLst>
          </p:cNvPr>
          <p:cNvSpPr/>
          <p:nvPr/>
        </p:nvSpPr>
        <p:spPr>
          <a:xfrm>
            <a:off x="413886" y="1432913"/>
            <a:ext cx="1925053" cy="8470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Dubai" panose="020B0503030403030204" pitchFamily="34" charset="-78"/>
                <a:cs typeface="Dubai" panose="020B0503030403030204" pitchFamily="34" charset="-78"/>
              </a:rPr>
              <a:t>CAPEX</a:t>
            </a:r>
            <a:endParaRPr lang="en-AE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664541-9264-FCBF-3EF0-E3AAB481181A}"/>
              </a:ext>
            </a:extLst>
          </p:cNvPr>
          <p:cNvSpPr/>
          <p:nvPr/>
        </p:nvSpPr>
        <p:spPr>
          <a:xfrm>
            <a:off x="2558715" y="1432911"/>
            <a:ext cx="1925053" cy="84702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Dubai" panose="020B0503030403030204" pitchFamily="34" charset="-78"/>
                <a:cs typeface="Dubai" panose="020B0503030403030204" pitchFamily="34" charset="-78"/>
              </a:rPr>
              <a:t>OPEX</a:t>
            </a:r>
            <a:endParaRPr lang="en-AE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8EC893-D89B-D7CD-7B2A-0438E9EED798}"/>
              </a:ext>
            </a:extLst>
          </p:cNvPr>
          <p:cNvSpPr/>
          <p:nvPr/>
        </p:nvSpPr>
        <p:spPr>
          <a:xfrm>
            <a:off x="4703544" y="1432910"/>
            <a:ext cx="1925053" cy="8470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Dubai" panose="020B0503030403030204" pitchFamily="34" charset="-78"/>
                <a:cs typeface="Dubai" panose="020B0503030403030204" pitchFamily="34" charset="-78"/>
              </a:rPr>
              <a:t>Fare Revenue</a:t>
            </a:r>
            <a:endParaRPr lang="en-AE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5ACA5A-53B6-5553-AFFB-AA9B29227FBF}"/>
              </a:ext>
            </a:extLst>
          </p:cNvPr>
          <p:cNvSpPr/>
          <p:nvPr/>
        </p:nvSpPr>
        <p:spPr>
          <a:xfrm>
            <a:off x="6848373" y="1432909"/>
            <a:ext cx="1925053" cy="84702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Dubai" panose="020B0503030403030204" pitchFamily="34" charset="-78"/>
                <a:cs typeface="Dubai" panose="020B0503030403030204" pitchFamily="34" charset="-78"/>
              </a:rPr>
              <a:t>Non-fare revenue</a:t>
            </a:r>
            <a:endParaRPr lang="en-AE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479FAF-71F8-A883-80E7-94B1BD762B22}"/>
              </a:ext>
            </a:extLst>
          </p:cNvPr>
          <p:cNvSpPr/>
          <p:nvPr/>
        </p:nvSpPr>
        <p:spPr>
          <a:xfrm>
            <a:off x="1026694" y="2605589"/>
            <a:ext cx="2871538" cy="84702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Dubai" panose="020B0503030403030204" pitchFamily="34" charset="-78"/>
                <a:cs typeface="Dubai" panose="020B0503030403030204" pitchFamily="34" charset="-78"/>
              </a:rPr>
              <a:t>Increase compliance on anti-idling to increase savings to AED 500 K in Q1 2026</a:t>
            </a:r>
            <a:endParaRPr lang="en-AE" sz="1400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F261DF-4A11-BBD0-DAB3-BB401493E36D}"/>
              </a:ext>
            </a:extLst>
          </p:cNvPr>
          <p:cNvSpPr/>
          <p:nvPr/>
        </p:nvSpPr>
        <p:spPr>
          <a:xfrm>
            <a:off x="1026694" y="3645925"/>
            <a:ext cx="2871538" cy="84702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Dubai" panose="020B0503030403030204" pitchFamily="34" charset="-78"/>
                <a:cs typeface="Dubai" panose="020B0503030403030204" pitchFamily="34" charset="-78"/>
              </a:rPr>
              <a:t>Decrease in dead km to save </a:t>
            </a:r>
            <a:r>
              <a:rPr lang="en-US" sz="1400" dirty="0" err="1">
                <a:latin typeface="Dubai" panose="020B0503030403030204" pitchFamily="34" charset="-78"/>
                <a:cs typeface="Dubai" panose="020B0503030403030204" pitchFamily="34" charset="-78"/>
              </a:rPr>
              <a:t>upto</a:t>
            </a:r>
            <a:r>
              <a:rPr lang="en-US" sz="1400" dirty="0">
                <a:latin typeface="Dubai" panose="020B0503030403030204" pitchFamily="34" charset="-78"/>
                <a:cs typeface="Dubai" panose="020B0503030403030204" pitchFamily="34" charset="-78"/>
              </a:rPr>
              <a:t> AED 300 K in 2026</a:t>
            </a:r>
            <a:endParaRPr lang="en-AE" sz="1400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D942B2-7F00-A275-63F6-AC831BF90072}"/>
              </a:ext>
            </a:extLst>
          </p:cNvPr>
          <p:cNvSpPr/>
          <p:nvPr/>
        </p:nvSpPr>
        <p:spPr>
          <a:xfrm>
            <a:off x="6848373" y="2605588"/>
            <a:ext cx="2871538" cy="84702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Dubai" panose="020B0503030403030204" pitchFamily="34" charset="-78"/>
                <a:cs typeface="Dubai" panose="020B0503030403030204" pitchFamily="34" charset="-78"/>
              </a:rPr>
              <a:t>Increase advertisement revenue on buses or bus depot assets by AED 200K in 2026</a:t>
            </a:r>
            <a:endParaRPr lang="en-AE" sz="1400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1C3A8F-44FA-FA54-0239-FDA3C70041DC}"/>
              </a:ext>
            </a:extLst>
          </p:cNvPr>
          <p:cNvSpPr/>
          <p:nvPr/>
        </p:nvSpPr>
        <p:spPr>
          <a:xfrm>
            <a:off x="6848373" y="3608314"/>
            <a:ext cx="2871538" cy="84702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Dubai" panose="020B0503030403030204" pitchFamily="34" charset="-78"/>
                <a:cs typeface="Dubai" panose="020B0503030403030204" pitchFamily="34" charset="-78"/>
              </a:rPr>
              <a:t>Increase commercial revenue in bus depots by AED 100K per year</a:t>
            </a:r>
            <a:endParaRPr lang="en-AE" sz="1400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7A9FD2-D10D-AAE1-5404-E022927FF59B}"/>
              </a:ext>
            </a:extLst>
          </p:cNvPr>
          <p:cNvSpPr/>
          <p:nvPr/>
        </p:nvSpPr>
        <p:spPr>
          <a:xfrm>
            <a:off x="6848373" y="4607737"/>
            <a:ext cx="2871538" cy="84702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Dubai" panose="020B0503030403030204" pitchFamily="34" charset="-78"/>
                <a:cs typeface="Dubai" panose="020B0503030403030204" pitchFamily="34" charset="-78"/>
              </a:rPr>
              <a:t>Develop all supporting infrastructure required in 2 depots for commercial investment</a:t>
            </a:r>
            <a:endParaRPr lang="en-AE" sz="1400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pic>
        <p:nvPicPr>
          <p:cNvPr id="5122" name="Picture 2" descr="Capital expenditure - Free icons">
            <a:extLst>
              <a:ext uri="{FF2B5EF4-FFF2-40B4-BE49-F238E27FC236}">
                <a16:creationId xmlns:a16="http://schemas.microsoft.com/office/drawing/2014/main" id="{187B73BD-ED3A-A267-A196-633A470CA3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667" y="798909"/>
            <a:ext cx="537348" cy="537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410+ Operating Expenses Icons Stock Illustrations, Royalty ...">
            <a:extLst>
              <a:ext uri="{FF2B5EF4-FFF2-40B4-BE49-F238E27FC236}">
                <a16:creationId xmlns:a16="http://schemas.microsoft.com/office/drawing/2014/main" id="{9987EA56-D0FB-99DD-A177-94AA4FB32A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6409" y="798909"/>
            <a:ext cx="537348" cy="537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Fare - Free transport icons">
            <a:extLst>
              <a:ext uri="{FF2B5EF4-FFF2-40B4-BE49-F238E27FC236}">
                <a16:creationId xmlns:a16="http://schemas.microsoft.com/office/drawing/2014/main" id="{AF9C87C3-F0EC-CA61-4717-1F6737AC5E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1056" y="666230"/>
            <a:ext cx="670027" cy="670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Ad Revenue Icon Style 21645481 Vector Art at Vecteezy">
            <a:extLst>
              <a:ext uri="{FF2B5EF4-FFF2-40B4-BE49-F238E27FC236}">
                <a16:creationId xmlns:a16="http://schemas.microsoft.com/office/drawing/2014/main" id="{1B3D7DCC-8AFB-9602-B5D6-604E350C5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8382" y="729727"/>
            <a:ext cx="649528" cy="601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State Idle Sign for School Buses, Minnesota, SKU: K2-1289-MN">
            <a:extLst>
              <a:ext uri="{FF2B5EF4-FFF2-40B4-BE49-F238E27FC236}">
                <a16:creationId xmlns:a16="http://schemas.microsoft.com/office/drawing/2014/main" id="{5B96992F-7766-8F6A-ABE7-EB99D67C30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40" t="5748" r="12329" b="11658"/>
          <a:stretch/>
        </p:blipFill>
        <p:spPr bwMode="auto">
          <a:xfrm>
            <a:off x="346396" y="2551046"/>
            <a:ext cx="536729" cy="823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12" descr="7+ Thousand Bus Time Icon Royalty-Free Images, Stock Photos &amp; Pictures |  Shutterstock">
            <a:extLst>
              <a:ext uri="{FF2B5EF4-FFF2-40B4-BE49-F238E27FC236}">
                <a16:creationId xmlns:a16="http://schemas.microsoft.com/office/drawing/2014/main" id="{98B93D93-4D3F-5457-9267-5E45FB73B8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21"/>
          <a:stretch/>
        </p:blipFill>
        <p:spPr bwMode="auto">
          <a:xfrm>
            <a:off x="271691" y="3754852"/>
            <a:ext cx="611434" cy="604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4" name="Picture 14" descr="Advertisement - Free marketing icons">
            <a:extLst>
              <a:ext uri="{FF2B5EF4-FFF2-40B4-BE49-F238E27FC236}">
                <a16:creationId xmlns:a16="http://schemas.microsoft.com/office/drawing/2014/main" id="{7F4D202D-B179-F2D0-CE3B-B56F39C707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1083" y="2651934"/>
            <a:ext cx="783134" cy="783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6" name="Picture 16" descr="Vector illustration of multistory commercial building icon in black |  Freestock icons">
            <a:extLst>
              <a:ext uri="{FF2B5EF4-FFF2-40B4-BE49-F238E27FC236}">
                <a16:creationId xmlns:a16="http://schemas.microsoft.com/office/drawing/2014/main" id="{3626DA57-F06A-8F55-1659-AF209532C7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0018" y="3645925"/>
            <a:ext cx="585264" cy="585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8" name="Picture 18" descr="12,575 Electric Infrastructure Icon Vector Stock Vectors and Vector Art |  Shutterstock">
            <a:extLst>
              <a:ext uri="{FF2B5EF4-FFF2-40B4-BE49-F238E27FC236}">
                <a16:creationId xmlns:a16="http://schemas.microsoft.com/office/drawing/2014/main" id="{68707A50-CEA9-21C2-C603-24168986B3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349"/>
          <a:stretch/>
        </p:blipFill>
        <p:spPr bwMode="auto">
          <a:xfrm>
            <a:off x="5924933" y="4569609"/>
            <a:ext cx="935433" cy="923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018D676-31C4-2CFE-CB77-7802E82480DC}"/>
              </a:ext>
            </a:extLst>
          </p:cNvPr>
          <p:cNvSpPr/>
          <p:nvPr/>
        </p:nvSpPr>
        <p:spPr>
          <a:xfrm>
            <a:off x="1026694" y="4731566"/>
            <a:ext cx="2871538" cy="84702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Dubai" panose="020B0503030403030204" pitchFamily="34" charset="-78"/>
                <a:cs typeface="Dubai" panose="020B0503030403030204" pitchFamily="34" charset="-78"/>
              </a:rPr>
              <a:t>Eco-Drive to enhance sustainable Driving</a:t>
            </a:r>
            <a:endParaRPr lang="en-AE" sz="1400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pic>
        <p:nvPicPr>
          <p:cNvPr id="2050" name="Picture 2" descr="Eco Driving Indicator Icons - Free SVG &amp; PNG Eco Driving Indicator Images -  Noun Project">
            <a:extLst>
              <a:ext uri="{FF2B5EF4-FFF2-40B4-BE49-F238E27FC236}">
                <a16:creationId xmlns:a16="http://schemas.microsoft.com/office/drawing/2014/main" id="{39D79F87-A711-ADD8-CD56-11F94FB742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396" y="4803694"/>
            <a:ext cx="536729" cy="536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7613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6D697-C49F-2447-A7BD-ECB47C506D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971281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AE032D-6B35-4621-179B-74197894F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2DF15-5071-454C-8687-89BB3304C35E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E664A19-B06E-3CDA-6271-D2AE90891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148" y="179387"/>
            <a:ext cx="8851194" cy="358775"/>
          </a:xfrm>
        </p:spPr>
        <p:txBody>
          <a:bodyPr/>
          <a:lstStyle/>
          <a:p>
            <a:r>
              <a:rPr lang="en-US" sz="2400" dirty="0">
                <a:latin typeface="Dubai" panose="020B0503030403030204" pitchFamily="34" charset="-78"/>
                <a:cs typeface="Dubai" panose="020B0503030403030204" pitchFamily="34" charset="-78"/>
              </a:rPr>
              <a:t>Benchmarking Against Global Leaders</a:t>
            </a:r>
            <a:endParaRPr lang="en-AE" sz="2400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72CA059-1C56-4EB1-6B90-91801F84AD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0419937"/>
              </p:ext>
            </p:extLst>
          </p:nvPr>
        </p:nvGraphicFramePr>
        <p:xfrm>
          <a:off x="494146" y="603316"/>
          <a:ext cx="8574439" cy="4293533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285555">
                  <a:extLst>
                    <a:ext uri="{9D8B030D-6E8A-4147-A177-3AD203B41FA5}">
                      <a16:colId xmlns:a16="http://schemas.microsoft.com/office/drawing/2014/main" val="236223597"/>
                    </a:ext>
                  </a:extLst>
                </a:gridCol>
                <a:gridCol w="1404726">
                  <a:extLst>
                    <a:ext uri="{9D8B030D-6E8A-4147-A177-3AD203B41FA5}">
                      <a16:colId xmlns:a16="http://schemas.microsoft.com/office/drawing/2014/main" val="1775622447"/>
                    </a:ext>
                  </a:extLst>
                </a:gridCol>
                <a:gridCol w="4884158">
                  <a:extLst>
                    <a:ext uri="{9D8B030D-6E8A-4147-A177-3AD203B41FA5}">
                      <a16:colId xmlns:a16="http://schemas.microsoft.com/office/drawing/2014/main" val="402701859"/>
                    </a:ext>
                  </a:extLst>
                </a:gridCol>
              </a:tblGrid>
              <a:tr h="256789"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 dirty="0">
                          <a:solidFill>
                            <a:schemeClr val="bg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Benchmark Area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 dirty="0">
                          <a:solidFill>
                            <a:schemeClr val="bg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Us Today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Global Leading Practice &amp; How We Close the Gap</a:t>
                      </a:r>
                    </a:p>
                  </a:txBody>
                  <a:tcPr marL="14778" marR="1232" marT="1232" marB="0"/>
                </a:tc>
                <a:extLst>
                  <a:ext uri="{0D108BD9-81ED-4DB2-BD59-A6C34878D82A}">
                    <a16:rowId xmlns:a16="http://schemas.microsoft.com/office/drawing/2014/main" val="3947880673"/>
                  </a:ext>
                </a:extLst>
              </a:tr>
              <a:tr h="60819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 dirty="0">
                          <a:solidFill>
                            <a:schemeClr val="bg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Operational Maturity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40%</a:t>
                      </a:r>
                      <a:endParaRPr lang="en-AE" sz="1100" b="1" i="0" u="none" strike="noStrike" dirty="0">
                        <a:solidFill>
                          <a:schemeClr val="accent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Global leaders (Singapore LTA, London TfL) run at 75–85% maturity</a:t>
                      </a:r>
                    </a:p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Our 1-year target of 70% closes most of the gap</a:t>
                      </a:r>
                    </a:p>
                  </a:txBody>
                  <a:tcPr marL="14778" marR="1232" marT="1232" marB="0"/>
                </a:tc>
                <a:extLst>
                  <a:ext uri="{0D108BD9-81ED-4DB2-BD59-A6C34878D82A}">
                    <a16:rowId xmlns:a16="http://schemas.microsoft.com/office/drawing/2014/main" val="906149682"/>
                  </a:ext>
                </a:extLst>
              </a:tr>
              <a:tr h="911729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 dirty="0">
                          <a:solidFill>
                            <a:schemeClr val="bg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Automation &amp; AI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2 / 5</a:t>
                      </a:r>
                      <a:endParaRPr lang="en-AE" sz="1100" b="1" i="0" u="none" strike="noStrike" dirty="0">
                        <a:solidFill>
                          <a:schemeClr val="accent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Automated washing, fuelling and gates are the norm at top depots</a:t>
                      </a:r>
                    </a:p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Bus Allocation AI in 4 depots and auto-washing close this gap</a:t>
                      </a:r>
                    </a:p>
                  </a:txBody>
                  <a:tcPr marL="14778" marR="1232" marT="1232" marB="0"/>
                </a:tc>
                <a:extLst>
                  <a:ext uri="{0D108BD9-81ED-4DB2-BD59-A6C34878D82A}">
                    <a16:rowId xmlns:a16="http://schemas.microsoft.com/office/drawing/2014/main" val="1207692108"/>
                  </a:ext>
                </a:extLst>
              </a:tr>
              <a:tr h="686086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 dirty="0">
                          <a:solidFill>
                            <a:schemeClr val="bg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Lean &amp; 5S Management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1–2</a:t>
                      </a:r>
                      <a:endParaRPr lang="en-AE" sz="1100" b="1" i="0" u="none" strike="noStrike" dirty="0">
                        <a:solidFill>
                          <a:schemeClr val="accent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Top operators sustain 5S maturity of 4–5 with visual management</a:t>
                      </a:r>
                    </a:p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Full 5S SOP roll-out targets maturity of 5 in all depots</a:t>
                      </a:r>
                    </a:p>
                  </a:txBody>
                  <a:tcPr marL="14778" marR="1232" marT="1232" marB="0"/>
                </a:tc>
                <a:extLst>
                  <a:ext uri="{0D108BD9-81ED-4DB2-BD59-A6C34878D82A}">
                    <a16:rowId xmlns:a16="http://schemas.microsoft.com/office/drawing/2014/main" val="102589019"/>
                  </a:ext>
                </a:extLst>
              </a:tr>
              <a:tr h="759959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 dirty="0">
                          <a:solidFill>
                            <a:schemeClr val="bg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Fleet &amp; Electrification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Aged</a:t>
                      </a:r>
                      <a:endParaRPr lang="en-AE" sz="1100" b="1" i="0" u="none" strike="noStrike" dirty="0">
                        <a:solidFill>
                          <a:schemeClr val="accent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Shenzhen: 100% electric; London and Singapore in transition</a:t>
                      </a:r>
                    </a:p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New buses from 2026 and EV infrastructure keep us on the curve</a:t>
                      </a:r>
                    </a:p>
                  </a:txBody>
                  <a:tcPr marL="14778" marR="1232" marT="1232" marB="0"/>
                </a:tc>
                <a:extLst>
                  <a:ext uri="{0D108BD9-81ED-4DB2-BD59-A6C34878D82A}">
                    <a16:rowId xmlns:a16="http://schemas.microsoft.com/office/drawing/2014/main" val="3635003472"/>
                  </a:ext>
                </a:extLst>
              </a:tr>
              <a:tr h="53539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 dirty="0">
                          <a:solidFill>
                            <a:schemeClr val="bg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Digital Depot Systems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2 / 5</a:t>
                      </a:r>
                      <a:endParaRPr lang="en-AE" sz="1100" b="1" i="0" u="none" strike="noStrike" dirty="0">
                        <a:solidFill>
                          <a:schemeClr val="accent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Integrated Depot Management Systems (DMS) are the global norm</a:t>
                      </a:r>
                      <a:endParaRPr lang="en-US" sz="1100" b="0" i="0" u="none" strike="noStrike" dirty="0">
                        <a:solidFill>
                          <a:schemeClr val="accent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DMS pilot, Maximo migration and uniform systems mirror leaders</a:t>
                      </a:r>
                      <a:endParaRPr lang="en-US" sz="1100" b="0" i="0" u="none" strike="noStrike" dirty="0">
                        <a:solidFill>
                          <a:schemeClr val="accent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/>
                </a:tc>
                <a:extLst>
                  <a:ext uri="{0D108BD9-81ED-4DB2-BD59-A6C34878D82A}">
                    <a16:rowId xmlns:a16="http://schemas.microsoft.com/office/drawing/2014/main" val="538957344"/>
                  </a:ext>
                </a:extLst>
              </a:tr>
              <a:tr h="53539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 dirty="0">
                          <a:solidFill>
                            <a:schemeClr val="bg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Safety &amp; Risk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2 / 5</a:t>
                      </a:r>
                      <a:endParaRPr lang="en-AE" sz="1100" b="1" i="0" u="none" strike="noStrike" dirty="0">
                        <a:solidFill>
                          <a:schemeClr val="accent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Leaders use predictive route-risk profiling and proactive KRIs</a:t>
                      </a:r>
                      <a:endParaRPr lang="en-AE" sz="1100" b="0" i="0" u="none" strike="noStrike" dirty="0">
                        <a:solidFill>
                          <a:schemeClr val="accent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Route risk profiling and safety stewards make HSE predictive</a:t>
                      </a:r>
                      <a:endParaRPr lang="en-AE" sz="1100" b="0" i="0" u="none" strike="noStrike" dirty="0">
                        <a:solidFill>
                          <a:schemeClr val="accent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/>
                </a:tc>
                <a:extLst>
                  <a:ext uri="{0D108BD9-81ED-4DB2-BD59-A6C34878D82A}">
                    <a16:rowId xmlns:a16="http://schemas.microsoft.com/office/drawing/2014/main" val="1511142819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5D3B424A-A1C1-48D8-0EE5-32CBB2D30EC1}"/>
              </a:ext>
            </a:extLst>
          </p:cNvPr>
          <p:cNvSpPr/>
          <p:nvPr/>
        </p:nvSpPr>
        <p:spPr>
          <a:xfrm>
            <a:off x="494146" y="4896848"/>
            <a:ext cx="8574437" cy="728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Dubai" panose="020B0503030403030204" pitchFamily="34" charset="-78"/>
                <a:cs typeface="Dubai" panose="020B0503030403030204" pitchFamily="34" charset="-78"/>
              </a:rPr>
              <a:t xml:space="preserve">Our goal: </a:t>
            </a:r>
            <a:r>
              <a:rPr lang="en-US" dirty="0">
                <a:latin typeface="Dubai" panose="020B0503030403030204" pitchFamily="34" charset="-78"/>
                <a:cs typeface="Dubai" panose="020B0503030403030204" pitchFamily="34" charset="-78"/>
              </a:rPr>
              <a:t xml:space="preserve">Match top global depots</a:t>
            </a:r>
            <a:r>
              <a:rPr lang="en-US" b="1" dirty="0">
                <a:latin typeface="Dubai" panose="020B0503030403030204" pitchFamily="34" charset="-78"/>
                <a:cs typeface="Dubai" panose="020B0503030403030204" pitchFamily="34" charset="-78"/>
              </a:rPr>
              <a:t xml:space="preserve"> – 70% maturity by 2027</a:t>
            </a:r>
            <a:endParaRPr lang="en-AE" b="1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198380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7037&quot;&gt;&lt;version val=&quot;32934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nZEjfHTTRW7Eq1_LyZbrQ"/>
</p:tagLst>
</file>

<file path=ppt/theme/theme1.xml><?xml version="1.0" encoding="utf-8"?>
<a:theme xmlns:a="http://schemas.openxmlformats.org/drawingml/2006/main" name="RTA_PPT template_01_English">
  <a:themeElements>
    <a:clrScheme name="RTA">
      <a:dk1>
        <a:srgbClr val="025EE1"/>
      </a:dk1>
      <a:lt1>
        <a:sysClr val="window" lastClr="FFFFFF"/>
      </a:lt1>
      <a:dk2>
        <a:srgbClr val="EE0032"/>
      </a:dk2>
      <a:lt2>
        <a:srgbClr val="00B0B9"/>
      </a:lt2>
      <a:accent1>
        <a:srgbClr val="171C8F"/>
      </a:accent1>
      <a:accent2>
        <a:srgbClr val="8031C8"/>
      </a:accent2>
      <a:accent3>
        <a:srgbClr val="D000AE"/>
      </a:accent3>
      <a:accent4>
        <a:srgbClr val="FF7100"/>
      </a:accent4>
      <a:accent5>
        <a:srgbClr val="FFB800"/>
      </a:accent5>
      <a:accent6>
        <a:srgbClr val="00B154"/>
      </a:accent6>
      <a:hlink>
        <a:srgbClr val="A2A622"/>
      </a:hlink>
      <a:folHlink>
        <a:srgbClr val="53565A"/>
      </a:folHlink>
    </a:clrScheme>
    <a:fontScheme name="RTA Office Fonts Group">
      <a:majorFont>
        <a:latin typeface="RTA Office"/>
        <a:ea typeface=""/>
        <a:cs typeface="RTA Office"/>
      </a:majorFont>
      <a:minorFont>
        <a:latin typeface="RTA Office"/>
        <a:ea typeface=""/>
        <a:cs typeface="RTA Offic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10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ECBC4A5-DEF0-4E77-8428-29C856CEC80F}">
  <we:reference id="wa200001625" version="1.0.0.7" store="en-US" storeType="OMEX"/>
  <we:alternateReferences>
    <we:reference id="WA200001625" version="1.0.0.7" store="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161D701B3BEA41956EAFF9E8EDEB5B" ma:contentTypeVersion="2" ma:contentTypeDescription="Create a new document." ma:contentTypeScope="" ma:versionID="6aaa772ea27de6da95dda404469ba0b0">
  <xsd:schema xmlns:xsd="http://www.w3.org/2001/XMLSchema" xmlns:xs="http://www.w3.org/2001/XMLSchema" xmlns:p="http://schemas.microsoft.com/office/2006/metadata/properties" xmlns:ns2="9094DF96-ABBA-4640-851E-8AED0071634F" xmlns:ns3="c6831a62-a235-4a03-9843-17fdc4ef993b" targetNamespace="http://schemas.microsoft.com/office/2006/metadata/properties" ma:root="true" ma:fieldsID="91fdce176fa1fefa1a3467eef868dd14" ns2:_="" ns3:_="">
    <xsd:import namespace="9094DF96-ABBA-4640-851E-8AED0071634F"/>
    <xsd:import namespace="c6831a62-a235-4a03-9843-17fdc4ef993b"/>
    <xsd:element name="properties">
      <xsd:complexType>
        <xsd:sequence>
          <xsd:element name="documentManagement">
            <xsd:complexType>
              <xsd:all>
                <xsd:element ref="ns2:TitleAR"/>
                <xsd:element ref="ns2:Description0" minOccurs="0"/>
                <xsd:element ref="ns2:DescriptionAR" minOccurs="0"/>
                <xsd:element ref="ns2:DocType"/>
                <xsd:element ref="ns2:ShowonEnglish" minOccurs="0"/>
                <xsd:element ref="ns2:ShowonArabic" minOccurs="0"/>
                <xsd:element ref="ns3:SharedWithUsers" minOccurs="0"/>
                <xsd:element ref="ns2:DocType_x003a_TitleAR" minOccurs="0"/>
                <xsd:element ref="ns2:DocType_x003a_ActiveImage" minOccurs="0"/>
                <xsd:element ref="ns2:DocType_x003a_InactiveImag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94DF96-ABBA-4640-851E-8AED0071634F" elementFormDefault="qualified">
    <xsd:import namespace="http://schemas.microsoft.com/office/2006/documentManagement/types"/>
    <xsd:import namespace="http://schemas.microsoft.com/office/infopath/2007/PartnerControls"/>
    <xsd:element name="TitleAR" ma:index="2" ma:displayName="Title Arabic" ma:internalName="TitleAR" ma:readOnly="false">
      <xsd:simpleType>
        <xsd:restriction base="dms:Text">
          <xsd:maxLength value="255"/>
        </xsd:restriction>
      </xsd:simpleType>
    </xsd:element>
    <xsd:element name="Description0" ma:index="3" nillable="true" ma:displayName="Description" ma:internalName="Description0">
      <xsd:simpleType>
        <xsd:restriction base="dms:Note">
          <xsd:maxLength value="255"/>
        </xsd:restriction>
      </xsd:simpleType>
    </xsd:element>
    <xsd:element name="DescriptionAR" ma:index="4" nillable="true" ma:displayName="Description Arabic" ma:internalName="DescriptionAR">
      <xsd:simpleType>
        <xsd:restriction base="dms:Note">
          <xsd:maxLength value="255"/>
        </xsd:restriction>
      </xsd:simpleType>
    </xsd:element>
    <xsd:element name="DocType" ma:index="5" ma:displayName="Document Type" ma:list="{DFCDF8C9-8F44-4597-9131-2F7B8F1B3F64}" ma:internalName="DocType" ma:showField="Title">
      <xsd:simpleType>
        <xsd:restriction base="dms:Lookup"/>
      </xsd:simpleType>
    </xsd:element>
    <xsd:element name="ShowonEnglish" ma:index="6" nillable="true" ma:displayName="ShowonEnglish" ma:default="0" ma:internalName="ShowonEnglish">
      <xsd:simpleType>
        <xsd:restriction base="dms:Boolean"/>
      </xsd:simpleType>
    </xsd:element>
    <xsd:element name="ShowonArabic" ma:index="7" nillable="true" ma:displayName="ShowonArabic" ma:default="0" ma:internalName="ShowonArabic">
      <xsd:simpleType>
        <xsd:restriction base="dms:Boolean"/>
      </xsd:simpleType>
    </xsd:element>
    <xsd:element name="DocType_x003a_TitleAR" ma:index="15" nillable="true" ma:displayName="DocType:TitleAR" ma:list="{DFCDF8C9-8F44-4597-9131-2F7B8F1B3F64}" ma:internalName="DocType_x003a_TitleAR" ma:readOnly="true" ma:showField="TitleAR" ma:web="">
      <xsd:simpleType>
        <xsd:restriction base="dms:Lookup"/>
      </xsd:simpleType>
    </xsd:element>
    <xsd:element name="DocType_x003a_ActiveImage" ma:index="16" nillable="true" ma:displayName="DocType:ActiveImage" ma:list="{DFCDF8C9-8F44-4597-9131-2F7B8F1B3F64}" ma:internalName="DocType_x003a_ActiveImage" ma:readOnly="true" ma:showField="ActiveImage" ma:web="">
      <xsd:simpleType>
        <xsd:restriction base="dms:Lookup"/>
      </xsd:simpleType>
    </xsd:element>
    <xsd:element name="DocType_x003a_InactiveImage" ma:index="17" nillable="true" ma:displayName="DocType:InactiveImage" ma:list="{DFCDF8C9-8F44-4597-9131-2F7B8F1B3F64}" ma:internalName="DocType_x003a_InactiveImage" ma:readOnly="true" ma:showField="InactiveImage" ma:web="">
      <xsd:simpleType>
        <xsd:restriction base="dms:Lookup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831a62-a235-4a03-9843-17fdc4ef993b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8" ma:displayName="Content Type"/>
        <xsd:element ref="dc:title" maxOccurs="1" ma:index="1" ma:displayName="Title English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scriptionAR xmlns="9094DF96-ABBA-4640-851E-8AED0071634F" xsi:nil="true"/>
    <DocType xmlns="9094DF96-ABBA-4640-851E-8AED0071634F">6</DocType>
    <Description0 xmlns="9094DF96-ABBA-4640-851E-8AED0071634F" xsi:nil="true"/>
    <ShowonArabic xmlns="9094DF96-ABBA-4640-851E-8AED0071634F">true</ShowonArabic>
    <ShowonEnglish xmlns="9094DF96-ABBA-4640-851E-8AED0071634F">true</ShowonEnglish>
    <TitleAR xmlns="9094DF96-ABBA-4640-851E-8AED0071634F">PTA</TitleAR>
  </documentManagement>
</p:properties>
</file>

<file path=customXml/item4.xml><?xml version="1.0" encoding="utf-8"?>
<sisl xmlns:xsd="http://www.w3.org/2001/XMLSchema" xmlns:xsi="http://www.w3.org/2001/XMLSchema-instance" xmlns="http://www.boldonjames.com/2008/01/sie/internal/label" sislVersion="0" policy="cbbff033-f995-442f-901f-e7becb3f68ec" origin="userSelected">
  <element uid="190fed2a-1b96-477b-90dd-ce71f3ed3a45" value=""/>
</sisl>
</file>

<file path=customXml/itemProps1.xml><?xml version="1.0" encoding="utf-8"?>
<ds:datastoreItem xmlns:ds="http://schemas.openxmlformats.org/officeDocument/2006/customXml" ds:itemID="{F8B3B65F-617D-4BB9-8667-CB14792F5A3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A6A3F9-D030-4174-B5A8-E4A9B74C015F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9094DF96-ABBA-4640-851E-8AED0071634F"/>
    <ds:schemaRef ds:uri="c6831a62-a235-4a03-9843-17fdc4ef993b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26CD6C6-D21A-4A68-AAD3-9542EA835EAF}">
  <ds:schemaRefs>
    <ds:schemaRef ds:uri="http://purl.org/dc/elements/1.1/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c6831a62-a235-4a03-9843-17fdc4ef993b"/>
    <ds:schemaRef ds:uri="9094DF96-ABBA-4640-851E-8AED0071634F"/>
    <ds:schemaRef ds:uri="http://purl.org/dc/terms/"/>
    <ds:schemaRef ds:uri="http://schemas.microsoft.com/office/infopath/2007/PartnerControls"/>
    <ds:schemaRef ds:uri="http://schemas.microsoft.com/office/2006/metadata/properties"/>
    <ds:schemaRef ds:uri="http://purl.org/dc/dcmitype/"/>
  </ds:schemaRefs>
</ds:datastoreItem>
</file>

<file path=customXml/itemProps4.xml><?xml version="1.0" encoding="utf-8"?>
<ds:datastoreItem xmlns:ds="http://schemas.openxmlformats.org/officeDocument/2006/customXml" ds:itemID="{25C5804F-F5C6-45FB-A2BF-F821B2EAF162}">
  <ds:schemaRefs>
    <ds:schemaRef ds:uri="http://www.w3.org/2001/XMLSchema"/>
    <ds:schemaRef ds:uri="http://www.boldonjames.com/2008/01/sie/internal/labe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201365</TotalTime>
  <Words>4349</Words>
  <Application>Microsoft Office PowerPoint</Application>
  <PresentationFormat>Custom</PresentationFormat>
  <Paragraphs>971</Paragraphs>
  <Slides>54</Slides>
  <Notes>54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3" baseType="lpstr">
      <vt:lpstr>Arial</vt:lpstr>
      <vt:lpstr>Calibri</vt:lpstr>
      <vt:lpstr>Calibri Light</vt:lpstr>
      <vt:lpstr>Dubai</vt:lpstr>
      <vt:lpstr>GeosansLight</vt:lpstr>
      <vt:lpstr>RTA Office</vt:lpstr>
      <vt:lpstr>Wingdings</vt:lpstr>
      <vt:lpstr>RTA_PPT template_01_English</vt:lpstr>
      <vt:lpstr>think-cell Slide</vt:lpstr>
      <vt:lpstr>Bus Depot Action Plan</vt:lpstr>
      <vt:lpstr>Executive Summary</vt:lpstr>
      <vt:lpstr>Existing Situation Analysis</vt:lpstr>
      <vt:lpstr>Facts &amp; Figures</vt:lpstr>
      <vt:lpstr>KPI Performance (2025-YTD)</vt:lpstr>
      <vt:lpstr>Maturity of Bus Depots (Framework- Where do we stand?)</vt:lpstr>
      <vt:lpstr>Visit Results: Observations</vt:lpstr>
      <vt:lpstr>SWOT Analysis</vt:lpstr>
      <vt:lpstr>TOWS Analysis</vt:lpstr>
      <vt:lpstr>Summary of Existing Situation Analysis</vt:lpstr>
      <vt:lpstr>Our Plan</vt:lpstr>
      <vt:lpstr>Focus Areas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People Management</vt:lpstr>
      <vt:lpstr>PowerPoint Presentation</vt:lpstr>
      <vt:lpstr>PowerPoint Presentation</vt:lpstr>
      <vt:lpstr>PowerPoint Presentation</vt:lpstr>
      <vt:lpstr>Bus Service Efficiency</vt:lpstr>
      <vt:lpstr>Bus service standard upgrade</vt:lpstr>
      <vt:lpstr>02: Bus Service Efficiency</vt:lpstr>
      <vt:lpstr>PowerPoint Presentation</vt:lpstr>
      <vt:lpstr>Operational Transformation</vt:lpstr>
      <vt:lpstr>02: Operational Transformation</vt:lpstr>
      <vt:lpstr>02: Operational Transformation</vt:lpstr>
      <vt:lpstr>PowerPoint Presentation</vt:lpstr>
      <vt:lpstr>Financial Performance</vt:lpstr>
      <vt:lpstr>04: Financial Performance</vt:lpstr>
      <vt:lpstr>PowerPoint Presentation</vt:lpstr>
      <vt:lpstr>HSE</vt:lpstr>
      <vt:lpstr>5S Implementation Plan</vt:lpstr>
      <vt:lpstr>Safety Enhancement</vt:lpstr>
      <vt:lpstr>PowerPoint Presentation</vt:lpstr>
      <vt:lpstr>New Bus Preparedness</vt:lpstr>
      <vt:lpstr>05: New Bus Preparedness</vt:lpstr>
      <vt:lpstr>PowerPoint Presentation</vt:lpstr>
      <vt:lpstr>Digital Transformation</vt:lpstr>
      <vt:lpstr>Digital Transformation</vt:lpstr>
      <vt:lpstr>PowerPoint Presentation</vt:lpstr>
      <vt:lpstr>Application of Data</vt:lpstr>
      <vt:lpstr>Application of Data</vt:lpstr>
      <vt:lpstr>PowerPoint Presentation</vt:lpstr>
      <vt:lpstr>Governance &amp; Compliance</vt:lpstr>
      <vt:lpstr>08: Governance and Compliance</vt:lpstr>
      <vt:lpstr>PowerPoint Presentation</vt:lpstr>
      <vt:lpstr>Thank You</vt:lpstr>
      <vt:lpstr>Maturity of Bus Depots (Operational Maturity Framework)</vt:lpstr>
      <vt:lpstr>PowerPoint Presentation</vt:lpstr>
    </vt:vector>
  </TitlesOfParts>
  <Company>RTA PTA CEO Office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PTA</dc:title>
  <dc:creator>Christy Ann Cheriyan Cheriyan Puthenchirayil Varughese</dc:creator>
  <cp:lastModifiedBy>Christy Ann Cheriyan Cheriyan Puthenchirayil Varughese</cp:lastModifiedBy>
  <cp:revision>1002</cp:revision>
  <dcterms:created xsi:type="dcterms:W3CDTF">2016-09-25T08:55:13Z</dcterms:created>
  <dcterms:modified xsi:type="dcterms:W3CDTF">2026-02-17T11:15:18Z</dcterms:modified>
  <cp:version>1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0x0101008D161D701B3BEA41956EAFF9E8EDEB5B</vt:lpwstr>
  </property>
  <property fmtid="{D5CDD505-2E9C-101B-9397-08002B2CF9AE}" pid="3" name="docIndexRef">
    <vt:lpwstr>d9e2a004-a2d9-48db-935e-f16b17746fe4</vt:lpwstr>
  </property>
  <property fmtid="{D5CDD505-2E9C-101B-9397-08002B2CF9AE}" pid="4" name="bjClsUserRVM">
    <vt:lpwstr>[]</vt:lpwstr>
  </property>
  <property fmtid="{D5CDD505-2E9C-101B-9397-08002B2CF9AE}" pid="5" name="bjSaver">
    <vt:lpwstr>NWsVFr9b644zT/gpRijHCxJLBsQiLdEN</vt:lpwstr>
  </property>
  <property fmtid="{D5CDD505-2E9C-101B-9397-08002B2CF9AE}" pid="6" name="bjDocumentLabelXML">
    <vt:lpwstr>&lt;?xml version="1.0" encoding="us-ascii"?&gt;&lt;sisl xmlns:xsd="http://www.w3.org/2001/XMLSchema" xmlns:xsi="http://www.w3.org/2001/XMLSchema-instance" sislVersion="0" policy="cbbff033-f995-442f-901f-e7becb3f68ec" origin="userSelected" xmlns="http://www.boldonj</vt:lpwstr>
  </property>
  <property fmtid="{D5CDD505-2E9C-101B-9397-08002B2CF9AE}" pid="7" name="bjDocumentLabelXML-0">
    <vt:lpwstr>ames.com/2008/01/sie/internal/label"&gt;&lt;element uid="190fed2a-1b96-477b-90dd-ce71f3ed3a45" value="" /&gt;&lt;/sisl&gt;</vt:lpwstr>
  </property>
  <property fmtid="{D5CDD505-2E9C-101B-9397-08002B2CF9AE}" pid="8" name="bjDocumentSecurityLabel">
    <vt:lpwstr>Confidential</vt:lpwstr>
  </property>
</Properties>
</file>